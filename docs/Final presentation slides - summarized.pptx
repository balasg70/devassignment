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6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Migration Assessment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07050A8-E15E-4A5B-90E8-BA9AC7D57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Executive Summary</a:t>
            </a:r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92226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endParaRPr lang="en-US" dirty="0"/>
          </a:p>
          <a:p>
            <a:pPr>
              <a:defRPr sz="2200"/>
            </a:pPr>
            <a:endParaRPr lang="en-GB" dirty="0"/>
          </a:p>
          <a:p>
            <a:pPr>
              <a:defRPr sz="2200"/>
            </a:pPr>
            <a:r>
              <a:rPr dirty="0"/>
              <a:t>•Objectives, scope, readiness, expected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Reduce tool sprawl</a:t>
            </a:r>
          </a:p>
          <a:p>
            <a:pPr>
              <a:defRPr sz="2200"/>
            </a:pPr>
            <a:r>
              <a:rPr dirty="0"/>
              <a:t>• Improve governance</a:t>
            </a:r>
          </a:p>
          <a:p>
            <a:pPr>
              <a:defRPr sz="2200"/>
            </a:pPr>
            <a:r>
              <a:rPr dirty="0"/>
              <a:t>• Cloud-native delivery</a:t>
            </a:r>
          </a:p>
          <a:p>
            <a:pPr>
              <a:defRPr sz="2200"/>
            </a:pPr>
            <a:r>
              <a:rPr dirty="0"/>
              <a:t>• Lower operational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880" y="18288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Legacy CI/CD, manual deployments, credential risks, limited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Azure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20575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Azure DevOps, ACR, Key Vault, Container Apps,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76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</a:t>
            </a:r>
            <a:r>
              <a:rPr dirty="0" err="1"/>
              <a:t>Discover→Containerize→Automate→Secure→Deploy→Optimize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&amp; Branch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907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Git strategy, PR validation, branch policies, reusable templates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80507" y="1200150"/>
            <a:ext cx="6688777" cy="4457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3337221" y="3544291"/>
            <a:ext cx="994168" cy="295053"/>
          </a:xfrm>
          <a:custGeom>
            <a:avLst/>
            <a:gdLst/>
            <a:ahLst/>
            <a:cxnLst/>
            <a:rect l="0" t="0" r="0" b="0"/>
            <a:pathLst>
              <a:path w="1325557" h="393404">
                <a:moveTo>
                  <a:pt x="1275116" y="393404"/>
                </a:moveTo>
                <a:lnTo>
                  <a:pt x="1291930" y="393404"/>
                </a:lnTo>
                <a:cubicBezTo>
                  <a:pt x="1310500" y="393404"/>
                  <a:pt x="1325557" y="378347"/>
                  <a:pt x="1325557" y="359776"/>
                </a:cubicBezTo>
                <a:lnTo>
                  <a:pt x="1325557" y="33627"/>
                </a:lnTo>
                <a:cubicBezTo>
                  <a:pt x="1325557" y="15056"/>
                  <a:pt x="1310500" y="0"/>
                  <a:pt x="1291930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275116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3337221" y="3544291"/>
            <a:ext cx="994168" cy="295052"/>
          </a:xfrm>
          <a:custGeom>
            <a:avLst/>
            <a:gdLst/>
            <a:ahLst/>
            <a:cxnLst/>
            <a:rect l="0" t="0" r="0" b="0"/>
            <a:pathLst>
              <a:path w="1325557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325557" y="50440"/>
                </a:moveTo>
                <a:lnTo>
                  <a:pt x="1325557" y="342962"/>
                </a:lnTo>
                <a:moveTo>
                  <a:pt x="50440" y="0"/>
                </a:moveTo>
                <a:lnTo>
                  <a:pt x="1275117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1275117" y="0"/>
                </a:moveTo>
                <a:lnTo>
                  <a:pt x="1291930" y="0"/>
                </a:lnTo>
                <a:cubicBezTo>
                  <a:pt x="1310502" y="0"/>
                  <a:pt x="1325557" y="15055"/>
                  <a:pt x="1325557" y="33627"/>
                </a:cubicBezTo>
                <a:lnTo>
                  <a:pt x="1325557" y="50440"/>
                </a:lnTo>
                <a:moveTo>
                  <a:pt x="1275117" y="393402"/>
                </a:moveTo>
                <a:lnTo>
                  <a:pt x="50440" y="393402"/>
                </a:lnTo>
                <a:moveTo>
                  <a:pt x="1275117" y="393402"/>
                </a:moveTo>
                <a:lnTo>
                  <a:pt x="1291930" y="393402"/>
                </a:lnTo>
                <a:cubicBezTo>
                  <a:pt x="1310502" y="393402"/>
                  <a:pt x="1325557" y="378347"/>
                  <a:pt x="1325557" y="359775"/>
                </a:cubicBezTo>
                <a:lnTo>
                  <a:pt x="1325557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4785356" y="5018330"/>
            <a:ext cx="847114" cy="295053"/>
          </a:xfrm>
          <a:custGeom>
            <a:avLst/>
            <a:gdLst/>
            <a:ahLst/>
            <a:cxnLst/>
            <a:rect l="0" t="0" r="0" b="0"/>
            <a:pathLst>
              <a:path w="1129485" h="393404">
                <a:moveTo>
                  <a:pt x="1079045" y="393404"/>
                </a:moveTo>
                <a:lnTo>
                  <a:pt x="1095858" y="393404"/>
                </a:lnTo>
                <a:cubicBezTo>
                  <a:pt x="1114429" y="393404"/>
                  <a:pt x="1129485" y="378347"/>
                  <a:pt x="1129485" y="359776"/>
                </a:cubicBezTo>
                <a:lnTo>
                  <a:pt x="1129485" y="33627"/>
                </a:lnTo>
                <a:cubicBezTo>
                  <a:pt x="1129485" y="15056"/>
                  <a:pt x="1114429" y="0"/>
                  <a:pt x="1095858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079045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ounded Rectangle 5"/>
          <p:cNvSpPr/>
          <p:nvPr/>
        </p:nvSpPr>
        <p:spPr>
          <a:xfrm>
            <a:off x="4785356" y="5018331"/>
            <a:ext cx="847115" cy="295051"/>
          </a:xfrm>
          <a:custGeom>
            <a:avLst/>
            <a:gdLst/>
            <a:ahLst/>
            <a:cxnLst/>
            <a:rect l="0" t="0" r="0" b="0"/>
            <a:pathLst>
              <a:path w="1129487" h="393401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0"/>
                </a:lnTo>
                <a:moveTo>
                  <a:pt x="1129487" y="50440"/>
                </a:moveTo>
                <a:lnTo>
                  <a:pt x="1129487" y="342960"/>
                </a:lnTo>
                <a:moveTo>
                  <a:pt x="50440" y="0"/>
                </a:moveTo>
                <a:lnTo>
                  <a:pt x="1079046" y="0"/>
                </a:lnTo>
                <a:moveTo>
                  <a:pt x="50440" y="393401"/>
                </a:moveTo>
                <a:lnTo>
                  <a:pt x="33627" y="393401"/>
                </a:lnTo>
                <a:cubicBezTo>
                  <a:pt x="15055" y="393401"/>
                  <a:pt x="0" y="378345"/>
                  <a:pt x="0" y="359774"/>
                </a:cubicBezTo>
                <a:lnTo>
                  <a:pt x="0" y="342960"/>
                </a:lnTo>
                <a:moveTo>
                  <a:pt x="1079046" y="0"/>
                </a:moveTo>
                <a:lnTo>
                  <a:pt x="1095860" y="0"/>
                </a:lnTo>
                <a:cubicBezTo>
                  <a:pt x="1114431" y="0"/>
                  <a:pt x="1129487" y="15055"/>
                  <a:pt x="1129487" y="33627"/>
                </a:cubicBezTo>
                <a:lnTo>
                  <a:pt x="1129487" y="50440"/>
                </a:lnTo>
                <a:moveTo>
                  <a:pt x="1079046" y="393401"/>
                </a:moveTo>
                <a:lnTo>
                  <a:pt x="50440" y="393401"/>
                </a:lnTo>
                <a:moveTo>
                  <a:pt x="1079046" y="393401"/>
                </a:moveTo>
                <a:lnTo>
                  <a:pt x="1095860" y="393401"/>
                </a:lnTo>
                <a:cubicBezTo>
                  <a:pt x="1114431" y="393401"/>
                  <a:pt x="1129487" y="378345"/>
                  <a:pt x="1129487" y="359774"/>
                </a:cubicBezTo>
                <a:lnTo>
                  <a:pt x="1129487" y="342960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ounded Rectangle 6"/>
          <p:cNvSpPr/>
          <p:nvPr/>
        </p:nvSpPr>
        <p:spPr>
          <a:xfrm>
            <a:off x="4785356" y="2070252"/>
            <a:ext cx="820387" cy="295053"/>
          </a:xfrm>
          <a:custGeom>
            <a:avLst/>
            <a:gdLst/>
            <a:ahLst/>
            <a:cxnLst/>
            <a:rect l="0" t="0" r="0" b="0"/>
            <a:pathLst>
              <a:path w="1093849" h="393404">
                <a:moveTo>
                  <a:pt x="1043408" y="393404"/>
                </a:moveTo>
                <a:lnTo>
                  <a:pt x="1060222" y="393404"/>
                </a:lnTo>
                <a:cubicBezTo>
                  <a:pt x="1078792" y="393404"/>
                  <a:pt x="1093849" y="378347"/>
                  <a:pt x="1093849" y="359776"/>
                </a:cubicBezTo>
                <a:lnTo>
                  <a:pt x="1093849" y="33627"/>
                </a:lnTo>
                <a:cubicBezTo>
                  <a:pt x="1093849" y="15056"/>
                  <a:pt x="1078792" y="0"/>
                  <a:pt x="1060222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043408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ounded Rectangle 7"/>
          <p:cNvSpPr/>
          <p:nvPr/>
        </p:nvSpPr>
        <p:spPr>
          <a:xfrm>
            <a:off x="4785356" y="2070252"/>
            <a:ext cx="820384" cy="295052"/>
          </a:xfrm>
          <a:custGeom>
            <a:avLst/>
            <a:gdLst/>
            <a:ahLst/>
            <a:cxnLst/>
            <a:rect l="0" t="0" r="0" b="0"/>
            <a:pathLst>
              <a:path w="1093845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093845" y="50440"/>
                </a:moveTo>
                <a:lnTo>
                  <a:pt x="1093845" y="342962"/>
                </a:lnTo>
                <a:moveTo>
                  <a:pt x="50440" y="0"/>
                </a:moveTo>
                <a:lnTo>
                  <a:pt x="1043404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1043404" y="0"/>
                </a:moveTo>
                <a:lnTo>
                  <a:pt x="1060218" y="0"/>
                </a:lnTo>
                <a:cubicBezTo>
                  <a:pt x="1078789" y="0"/>
                  <a:pt x="1093845" y="15055"/>
                  <a:pt x="1093845" y="33627"/>
                </a:cubicBezTo>
                <a:lnTo>
                  <a:pt x="1093845" y="50440"/>
                </a:lnTo>
                <a:moveTo>
                  <a:pt x="1043404" y="393402"/>
                </a:moveTo>
                <a:lnTo>
                  <a:pt x="50440" y="393402"/>
                </a:lnTo>
                <a:moveTo>
                  <a:pt x="1043404" y="393402"/>
                </a:moveTo>
                <a:lnTo>
                  <a:pt x="1060218" y="393402"/>
                </a:lnTo>
                <a:cubicBezTo>
                  <a:pt x="1078789" y="393402"/>
                  <a:pt x="1093845" y="378347"/>
                  <a:pt x="1093845" y="359775"/>
                </a:cubicBezTo>
                <a:lnTo>
                  <a:pt x="1093845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ounded Rectangle 8"/>
          <p:cNvSpPr/>
          <p:nvPr/>
        </p:nvSpPr>
        <p:spPr>
          <a:xfrm>
            <a:off x="4785356" y="2491406"/>
            <a:ext cx="1015775" cy="295053"/>
          </a:xfrm>
          <a:custGeom>
            <a:avLst/>
            <a:gdLst/>
            <a:ahLst/>
            <a:cxnLst/>
            <a:rect l="0" t="0" r="0" b="0"/>
            <a:pathLst>
              <a:path w="1354367" h="393404">
                <a:moveTo>
                  <a:pt x="1303926" y="393404"/>
                </a:moveTo>
                <a:lnTo>
                  <a:pt x="1320740" y="393404"/>
                </a:lnTo>
                <a:cubicBezTo>
                  <a:pt x="1339310" y="393404"/>
                  <a:pt x="1354367" y="378347"/>
                  <a:pt x="1354367" y="359776"/>
                </a:cubicBezTo>
                <a:lnTo>
                  <a:pt x="1354367" y="33627"/>
                </a:lnTo>
                <a:cubicBezTo>
                  <a:pt x="1354367" y="15056"/>
                  <a:pt x="1339310" y="0"/>
                  <a:pt x="1320740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303926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ounded Rectangle 9"/>
          <p:cNvSpPr/>
          <p:nvPr/>
        </p:nvSpPr>
        <p:spPr>
          <a:xfrm>
            <a:off x="4785355" y="2491406"/>
            <a:ext cx="1015776" cy="295052"/>
          </a:xfrm>
          <a:custGeom>
            <a:avLst/>
            <a:gdLst/>
            <a:ahLst/>
            <a:cxnLst/>
            <a:rect l="0" t="0" r="0" b="0"/>
            <a:pathLst>
              <a:path w="1354368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354368" y="50440"/>
                </a:moveTo>
                <a:lnTo>
                  <a:pt x="1354368" y="342962"/>
                </a:lnTo>
                <a:moveTo>
                  <a:pt x="50440" y="0"/>
                </a:moveTo>
                <a:lnTo>
                  <a:pt x="1303927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1303927" y="0"/>
                </a:moveTo>
                <a:lnTo>
                  <a:pt x="1320741" y="0"/>
                </a:lnTo>
                <a:cubicBezTo>
                  <a:pt x="1339312" y="0"/>
                  <a:pt x="1354368" y="15055"/>
                  <a:pt x="1354368" y="33627"/>
                </a:cubicBezTo>
                <a:lnTo>
                  <a:pt x="1354368" y="50440"/>
                </a:lnTo>
                <a:moveTo>
                  <a:pt x="1303927" y="393402"/>
                </a:moveTo>
                <a:lnTo>
                  <a:pt x="50440" y="393402"/>
                </a:lnTo>
                <a:moveTo>
                  <a:pt x="1303927" y="393402"/>
                </a:moveTo>
                <a:lnTo>
                  <a:pt x="1320741" y="393402"/>
                </a:lnTo>
                <a:cubicBezTo>
                  <a:pt x="1339312" y="393402"/>
                  <a:pt x="1354368" y="378347"/>
                  <a:pt x="1354368" y="359775"/>
                </a:cubicBezTo>
                <a:lnTo>
                  <a:pt x="1354368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ounded Rectangle 10"/>
          <p:cNvSpPr/>
          <p:nvPr/>
        </p:nvSpPr>
        <p:spPr>
          <a:xfrm>
            <a:off x="4785355" y="2912559"/>
            <a:ext cx="984515" cy="295053"/>
          </a:xfrm>
          <a:custGeom>
            <a:avLst/>
            <a:gdLst/>
            <a:ahLst/>
            <a:cxnLst/>
            <a:rect l="0" t="0" r="0" b="0"/>
            <a:pathLst>
              <a:path w="1312686" h="393404">
                <a:moveTo>
                  <a:pt x="1262245" y="393404"/>
                </a:moveTo>
                <a:lnTo>
                  <a:pt x="1279059" y="393404"/>
                </a:lnTo>
                <a:cubicBezTo>
                  <a:pt x="1297629" y="393404"/>
                  <a:pt x="1312686" y="378347"/>
                  <a:pt x="1312686" y="359776"/>
                </a:cubicBezTo>
                <a:lnTo>
                  <a:pt x="1312686" y="33627"/>
                </a:lnTo>
                <a:cubicBezTo>
                  <a:pt x="1312686" y="15056"/>
                  <a:pt x="1297629" y="0"/>
                  <a:pt x="1279059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262245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ounded Rectangle 11"/>
          <p:cNvSpPr/>
          <p:nvPr/>
        </p:nvSpPr>
        <p:spPr>
          <a:xfrm>
            <a:off x="4785355" y="2912559"/>
            <a:ext cx="984513" cy="295052"/>
          </a:xfrm>
          <a:custGeom>
            <a:avLst/>
            <a:gdLst/>
            <a:ahLst/>
            <a:cxnLst/>
            <a:rect l="0" t="0" r="0" b="0"/>
            <a:pathLst>
              <a:path w="1312684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312684" y="50440"/>
                </a:moveTo>
                <a:lnTo>
                  <a:pt x="1312684" y="342962"/>
                </a:lnTo>
                <a:moveTo>
                  <a:pt x="50440" y="0"/>
                </a:moveTo>
                <a:lnTo>
                  <a:pt x="1262244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1262244" y="0"/>
                </a:moveTo>
                <a:lnTo>
                  <a:pt x="1279057" y="0"/>
                </a:lnTo>
                <a:cubicBezTo>
                  <a:pt x="1297629" y="0"/>
                  <a:pt x="1312684" y="15055"/>
                  <a:pt x="1312684" y="33627"/>
                </a:cubicBezTo>
                <a:lnTo>
                  <a:pt x="1312684" y="50440"/>
                </a:lnTo>
                <a:moveTo>
                  <a:pt x="1262244" y="393402"/>
                </a:moveTo>
                <a:lnTo>
                  <a:pt x="50440" y="393402"/>
                </a:lnTo>
                <a:moveTo>
                  <a:pt x="1262244" y="393402"/>
                </a:moveTo>
                <a:lnTo>
                  <a:pt x="1279057" y="393402"/>
                </a:lnTo>
                <a:cubicBezTo>
                  <a:pt x="1297629" y="393402"/>
                  <a:pt x="1312684" y="378347"/>
                  <a:pt x="1312684" y="359775"/>
                </a:cubicBezTo>
                <a:lnTo>
                  <a:pt x="1312684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ounded Rectangle 12"/>
          <p:cNvSpPr/>
          <p:nvPr/>
        </p:nvSpPr>
        <p:spPr>
          <a:xfrm>
            <a:off x="4785355" y="3333713"/>
            <a:ext cx="757595" cy="295053"/>
          </a:xfrm>
          <a:custGeom>
            <a:avLst/>
            <a:gdLst/>
            <a:ahLst/>
            <a:cxnLst/>
            <a:rect l="0" t="0" r="0" b="0"/>
            <a:pathLst>
              <a:path w="1010126" h="393404">
                <a:moveTo>
                  <a:pt x="959685" y="393404"/>
                </a:moveTo>
                <a:lnTo>
                  <a:pt x="976499" y="393404"/>
                </a:lnTo>
                <a:cubicBezTo>
                  <a:pt x="995069" y="393404"/>
                  <a:pt x="1010126" y="378347"/>
                  <a:pt x="1010126" y="359776"/>
                </a:cubicBezTo>
                <a:lnTo>
                  <a:pt x="1010126" y="33627"/>
                </a:lnTo>
                <a:cubicBezTo>
                  <a:pt x="1010126" y="15056"/>
                  <a:pt x="995069" y="0"/>
                  <a:pt x="976499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959685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ounded Rectangle 13"/>
          <p:cNvSpPr/>
          <p:nvPr/>
        </p:nvSpPr>
        <p:spPr>
          <a:xfrm>
            <a:off x="4785355" y="3333713"/>
            <a:ext cx="757596" cy="295052"/>
          </a:xfrm>
          <a:custGeom>
            <a:avLst/>
            <a:gdLst/>
            <a:ahLst/>
            <a:cxnLst/>
            <a:rect l="0" t="0" r="0" b="0"/>
            <a:pathLst>
              <a:path w="1010128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010128" y="50440"/>
                </a:moveTo>
                <a:lnTo>
                  <a:pt x="1010128" y="342962"/>
                </a:lnTo>
                <a:moveTo>
                  <a:pt x="50440" y="0"/>
                </a:moveTo>
                <a:lnTo>
                  <a:pt x="959687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959687" y="0"/>
                </a:moveTo>
                <a:lnTo>
                  <a:pt x="976501" y="0"/>
                </a:lnTo>
                <a:cubicBezTo>
                  <a:pt x="995072" y="0"/>
                  <a:pt x="1010128" y="15055"/>
                  <a:pt x="1010128" y="33627"/>
                </a:cubicBezTo>
                <a:lnTo>
                  <a:pt x="1010128" y="50440"/>
                </a:lnTo>
                <a:moveTo>
                  <a:pt x="959687" y="393402"/>
                </a:moveTo>
                <a:lnTo>
                  <a:pt x="50440" y="393402"/>
                </a:lnTo>
                <a:moveTo>
                  <a:pt x="959687" y="393402"/>
                </a:moveTo>
                <a:lnTo>
                  <a:pt x="976501" y="393402"/>
                </a:lnTo>
                <a:cubicBezTo>
                  <a:pt x="995072" y="393402"/>
                  <a:pt x="1010128" y="378347"/>
                  <a:pt x="1010128" y="359775"/>
                </a:cubicBezTo>
                <a:lnTo>
                  <a:pt x="1010128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ounded Rectangle 14"/>
          <p:cNvSpPr/>
          <p:nvPr/>
        </p:nvSpPr>
        <p:spPr>
          <a:xfrm>
            <a:off x="4785355" y="3754868"/>
            <a:ext cx="776447" cy="295053"/>
          </a:xfrm>
          <a:custGeom>
            <a:avLst/>
            <a:gdLst/>
            <a:ahLst/>
            <a:cxnLst/>
            <a:rect l="0" t="0" r="0" b="0"/>
            <a:pathLst>
              <a:path w="1035262" h="393404">
                <a:moveTo>
                  <a:pt x="984821" y="393404"/>
                </a:moveTo>
                <a:lnTo>
                  <a:pt x="1001635" y="393404"/>
                </a:lnTo>
                <a:cubicBezTo>
                  <a:pt x="1020205" y="393404"/>
                  <a:pt x="1035262" y="378347"/>
                  <a:pt x="1035262" y="359776"/>
                </a:cubicBezTo>
                <a:lnTo>
                  <a:pt x="1035262" y="33627"/>
                </a:lnTo>
                <a:cubicBezTo>
                  <a:pt x="1035262" y="15056"/>
                  <a:pt x="1020205" y="0"/>
                  <a:pt x="1001635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984821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ounded Rectangle 15"/>
          <p:cNvSpPr/>
          <p:nvPr/>
        </p:nvSpPr>
        <p:spPr>
          <a:xfrm>
            <a:off x="4785355" y="3754870"/>
            <a:ext cx="776445" cy="295052"/>
          </a:xfrm>
          <a:custGeom>
            <a:avLst/>
            <a:gdLst/>
            <a:ahLst/>
            <a:cxnLst/>
            <a:rect l="0" t="0" r="0" b="0"/>
            <a:pathLst>
              <a:path w="1035260" h="393403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035260" y="50440"/>
                </a:moveTo>
                <a:lnTo>
                  <a:pt x="1035260" y="342962"/>
                </a:lnTo>
                <a:moveTo>
                  <a:pt x="50440" y="0"/>
                </a:moveTo>
                <a:lnTo>
                  <a:pt x="984820" y="0"/>
                </a:lnTo>
                <a:moveTo>
                  <a:pt x="50440" y="393403"/>
                </a:moveTo>
                <a:lnTo>
                  <a:pt x="33627" y="393403"/>
                </a:lnTo>
                <a:cubicBezTo>
                  <a:pt x="15055" y="393403"/>
                  <a:pt x="0" y="378347"/>
                  <a:pt x="0" y="359775"/>
                </a:cubicBezTo>
                <a:lnTo>
                  <a:pt x="0" y="342962"/>
                </a:lnTo>
                <a:moveTo>
                  <a:pt x="984820" y="0"/>
                </a:moveTo>
                <a:lnTo>
                  <a:pt x="1001633" y="0"/>
                </a:lnTo>
                <a:cubicBezTo>
                  <a:pt x="1020205" y="0"/>
                  <a:pt x="1035260" y="15055"/>
                  <a:pt x="1035260" y="33627"/>
                </a:cubicBezTo>
                <a:lnTo>
                  <a:pt x="1035260" y="50440"/>
                </a:lnTo>
                <a:moveTo>
                  <a:pt x="984820" y="393403"/>
                </a:moveTo>
                <a:lnTo>
                  <a:pt x="50440" y="393403"/>
                </a:lnTo>
                <a:moveTo>
                  <a:pt x="984820" y="393403"/>
                </a:moveTo>
                <a:lnTo>
                  <a:pt x="1001633" y="393403"/>
                </a:lnTo>
                <a:cubicBezTo>
                  <a:pt x="1020205" y="393403"/>
                  <a:pt x="1035260" y="378347"/>
                  <a:pt x="1035260" y="359775"/>
                </a:cubicBezTo>
                <a:lnTo>
                  <a:pt x="1035260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ounded Rectangle 16"/>
          <p:cNvSpPr/>
          <p:nvPr/>
        </p:nvSpPr>
        <p:spPr>
          <a:xfrm>
            <a:off x="4785355" y="4176023"/>
            <a:ext cx="837461" cy="295053"/>
          </a:xfrm>
          <a:custGeom>
            <a:avLst/>
            <a:gdLst/>
            <a:ahLst/>
            <a:cxnLst/>
            <a:rect l="0" t="0" r="0" b="0"/>
            <a:pathLst>
              <a:path w="1116614" h="393404">
                <a:moveTo>
                  <a:pt x="1066174" y="393404"/>
                </a:moveTo>
                <a:lnTo>
                  <a:pt x="1082987" y="393404"/>
                </a:lnTo>
                <a:cubicBezTo>
                  <a:pt x="1101558" y="393404"/>
                  <a:pt x="1116614" y="378347"/>
                  <a:pt x="1116614" y="359776"/>
                </a:cubicBezTo>
                <a:lnTo>
                  <a:pt x="1116614" y="33627"/>
                </a:lnTo>
                <a:cubicBezTo>
                  <a:pt x="1116614" y="15056"/>
                  <a:pt x="1101558" y="0"/>
                  <a:pt x="1082987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066174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ounded Rectangle 17"/>
          <p:cNvSpPr/>
          <p:nvPr/>
        </p:nvSpPr>
        <p:spPr>
          <a:xfrm>
            <a:off x="4785355" y="4176022"/>
            <a:ext cx="837461" cy="295052"/>
          </a:xfrm>
          <a:custGeom>
            <a:avLst/>
            <a:gdLst/>
            <a:ahLst/>
            <a:cxnLst/>
            <a:rect l="0" t="0" r="0" b="0"/>
            <a:pathLst>
              <a:path w="1116614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2"/>
                </a:lnTo>
                <a:moveTo>
                  <a:pt x="1116614" y="50440"/>
                </a:moveTo>
                <a:lnTo>
                  <a:pt x="1116614" y="342962"/>
                </a:lnTo>
                <a:moveTo>
                  <a:pt x="50440" y="0"/>
                </a:moveTo>
                <a:lnTo>
                  <a:pt x="1066173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7"/>
                  <a:pt x="0" y="359775"/>
                </a:cubicBezTo>
                <a:lnTo>
                  <a:pt x="0" y="342962"/>
                </a:lnTo>
                <a:moveTo>
                  <a:pt x="1066173" y="0"/>
                </a:moveTo>
                <a:lnTo>
                  <a:pt x="1082987" y="0"/>
                </a:lnTo>
                <a:cubicBezTo>
                  <a:pt x="1101558" y="0"/>
                  <a:pt x="1116614" y="15055"/>
                  <a:pt x="1116614" y="33627"/>
                </a:cubicBezTo>
                <a:lnTo>
                  <a:pt x="1116614" y="50440"/>
                </a:lnTo>
                <a:moveTo>
                  <a:pt x="1066173" y="393402"/>
                </a:moveTo>
                <a:lnTo>
                  <a:pt x="50440" y="393402"/>
                </a:lnTo>
                <a:moveTo>
                  <a:pt x="1066173" y="393402"/>
                </a:moveTo>
                <a:lnTo>
                  <a:pt x="1082987" y="393402"/>
                </a:lnTo>
                <a:cubicBezTo>
                  <a:pt x="1101558" y="393402"/>
                  <a:pt x="1116614" y="378347"/>
                  <a:pt x="1116614" y="359775"/>
                </a:cubicBezTo>
                <a:lnTo>
                  <a:pt x="1116614" y="342962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ounded Rectangle 18"/>
          <p:cNvSpPr/>
          <p:nvPr/>
        </p:nvSpPr>
        <p:spPr>
          <a:xfrm>
            <a:off x="4785356" y="4597177"/>
            <a:ext cx="814870" cy="295053"/>
          </a:xfrm>
          <a:custGeom>
            <a:avLst/>
            <a:gdLst/>
            <a:ahLst/>
            <a:cxnLst/>
            <a:rect l="0" t="0" r="0" b="0"/>
            <a:pathLst>
              <a:path w="1086493" h="393404">
                <a:moveTo>
                  <a:pt x="1036052" y="393404"/>
                </a:moveTo>
                <a:lnTo>
                  <a:pt x="1052866" y="393404"/>
                </a:lnTo>
                <a:cubicBezTo>
                  <a:pt x="1071436" y="393404"/>
                  <a:pt x="1086493" y="378347"/>
                  <a:pt x="1086493" y="359776"/>
                </a:cubicBezTo>
                <a:lnTo>
                  <a:pt x="1086493" y="33627"/>
                </a:lnTo>
                <a:cubicBezTo>
                  <a:pt x="1086493" y="15056"/>
                  <a:pt x="1071436" y="0"/>
                  <a:pt x="1052866" y="0"/>
                </a:cubicBezTo>
                <a:lnTo>
                  <a:pt x="33627" y="0"/>
                </a:lnTo>
                <a:cubicBezTo>
                  <a:pt x="15056" y="0"/>
                  <a:pt x="0" y="15056"/>
                  <a:pt x="0" y="33627"/>
                </a:cubicBezTo>
                <a:lnTo>
                  <a:pt x="0" y="359776"/>
                </a:lnTo>
                <a:cubicBezTo>
                  <a:pt x="0" y="378347"/>
                  <a:pt x="15056" y="393404"/>
                  <a:pt x="33627" y="393404"/>
                </a:cubicBezTo>
                <a:lnTo>
                  <a:pt x="1036052" y="393404"/>
                </a:lnTo>
              </a:path>
            </a:pathLst>
          </a:cu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ounded Rectangle 19"/>
          <p:cNvSpPr/>
          <p:nvPr/>
        </p:nvSpPr>
        <p:spPr>
          <a:xfrm>
            <a:off x="4785356" y="4597177"/>
            <a:ext cx="814867" cy="295052"/>
          </a:xfrm>
          <a:custGeom>
            <a:avLst/>
            <a:gdLst/>
            <a:ahLst/>
            <a:cxnLst/>
            <a:rect l="0" t="0" r="0" b="0"/>
            <a:pathLst>
              <a:path w="1086489" h="393402">
                <a:moveTo>
                  <a:pt x="50440" y="0"/>
                </a:moveTo>
                <a:lnTo>
                  <a:pt x="33627" y="0"/>
                </a:lnTo>
                <a:cubicBezTo>
                  <a:pt x="15055" y="0"/>
                  <a:pt x="0" y="15055"/>
                  <a:pt x="0" y="33627"/>
                </a:cubicBezTo>
                <a:lnTo>
                  <a:pt x="0" y="50440"/>
                </a:lnTo>
                <a:moveTo>
                  <a:pt x="0" y="50440"/>
                </a:moveTo>
                <a:lnTo>
                  <a:pt x="0" y="342961"/>
                </a:lnTo>
                <a:moveTo>
                  <a:pt x="1086489" y="50440"/>
                </a:moveTo>
                <a:lnTo>
                  <a:pt x="1086489" y="342961"/>
                </a:lnTo>
                <a:moveTo>
                  <a:pt x="50440" y="0"/>
                </a:moveTo>
                <a:lnTo>
                  <a:pt x="1036049" y="0"/>
                </a:lnTo>
                <a:moveTo>
                  <a:pt x="50440" y="393402"/>
                </a:moveTo>
                <a:lnTo>
                  <a:pt x="33627" y="393402"/>
                </a:lnTo>
                <a:cubicBezTo>
                  <a:pt x="15055" y="393402"/>
                  <a:pt x="0" y="378346"/>
                  <a:pt x="0" y="359775"/>
                </a:cubicBezTo>
                <a:lnTo>
                  <a:pt x="0" y="342961"/>
                </a:lnTo>
                <a:moveTo>
                  <a:pt x="1036049" y="0"/>
                </a:moveTo>
                <a:lnTo>
                  <a:pt x="1052862" y="0"/>
                </a:lnTo>
                <a:cubicBezTo>
                  <a:pt x="1071434" y="0"/>
                  <a:pt x="1086489" y="15055"/>
                  <a:pt x="1086489" y="33627"/>
                </a:cubicBezTo>
                <a:lnTo>
                  <a:pt x="1086489" y="50440"/>
                </a:lnTo>
                <a:moveTo>
                  <a:pt x="1036049" y="393402"/>
                </a:moveTo>
                <a:lnTo>
                  <a:pt x="50440" y="393402"/>
                </a:lnTo>
                <a:moveTo>
                  <a:pt x="1036049" y="393402"/>
                </a:moveTo>
                <a:lnTo>
                  <a:pt x="1052862" y="393402"/>
                </a:lnTo>
                <a:cubicBezTo>
                  <a:pt x="1071434" y="393402"/>
                  <a:pt x="1086489" y="378346"/>
                  <a:pt x="1086489" y="359775"/>
                </a:cubicBezTo>
                <a:lnTo>
                  <a:pt x="1086489" y="342961"/>
                </a:lnTo>
              </a:path>
            </a:pathLst>
          </a:custGeom>
          <a:noFill/>
          <a:ln w="25220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23" name="Group 22"/>
          <p:cNvGrpSpPr/>
          <p:nvPr/>
        </p:nvGrpSpPr>
        <p:grpSpPr>
          <a:xfrm>
            <a:off x="4331389" y="2159773"/>
            <a:ext cx="440726" cy="1532074"/>
            <a:chOff x="1814509" y="1279496"/>
            <a:chExt cx="587634" cy="2042765"/>
          </a:xfrm>
        </p:grpSpPr>
        <p:sp>
          <p:nvSpPr>
            <p:cNvPr id="21" name="Rounded Rectangle 20"/>
            <p:cNvSpPr/>
            <p:nvPr/>
          </p:nvSpPr>
          <p:spPr>
            <a:xfrm>
              <a:off x="1814509" y="1356838"/>
              <a:ext cx="581497" cy="1965423"/>
            </a:xfrm>
            <a:custGeom>
              <a:avLst/>
              <a:gdLst/>
              <a:ahLst/>
              <a:cxnLst/>
              <a:rect l="0" t="0" r="0" b="0"/>
              <a:pathLst>
                <a:path w="581497" h="1965423">
                  <a:moveTo>
                    <a:pt x="0" y="1965423"/>
                  </a:moveTo>
                  <a:lnTo>
                    <a:pt x="201762" y="1965423"/>
                  </a:lnTo>
                  <a:cubicBezTo>
                    <a:pt x="257499" y="1965423"/>
                    <a:pt x="302644" y="1920194"/>
                    <a:pt x="302644" y="1864541"/>
                  </a:cubicBezTo>
                  <a:lnTo>
                    <a:pt x="302644" y="100881"/>
                  </a:lnTo>
                  <a:cubicBezTo>
                    <a:pt x="302644" y="45144"/>
                    <a:pt x="347788" y="0"/>
                    <a:pt x="403525" y="0"/>
                  </a:cubicBezTo>
                  <a:lnTo>
                    <a:pt x="581497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324801" y="1279496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331389" y="2580928"/>
            <a:ext cx="440726" cy="1110893"/>
            <a:chOff x="1814509" y="1841035"/>
            <a:chExt cx="587634" cy="1481191"/>
          </a:xfrm>
        </p:grpSpPr>
        <p:sp>
          <p:nvSpPr>
            <p:cNvPr id="24" name="Rounded Rectangle 23"/>
            <p:cNvSpPr/>
            <p:nvPr/>
          </p:nvSpPr>
          <p:spPr>
            <a:xfrm>
              <a:off x="1814509" y="1918377"/>
              <a:ext cx="581497" cy="1403849"/>
            </a:xfrm>
            <a:custGeom>
              <a:avLst/>
              <a:gdLst/>
              <a:ahLst/>
              <a:cxnLst/>
              <a:rect l="0" t="0" r="0" b="0"/>
              <a:pathLst>
                <a:path w="581497" h="1403849">
                  <a:moveTo>
                    <a:pt x="0" y="1403849"/>
                  </a:moveTo>
                  <a:lnTo>
                    <a:pt x="201762" y="1403849"/>
                  </a:lnTo>
                  <a:cubicBezTo>
                    <a:pt x="257499" y="1403849"/>
                    <a:pt x="302644" y="1358705"/>
                    <a:pt x="302644" y="1302968"/>
                  </a:cubicBezTo>
                  <a:lnTo>
                    <a:pt x="302644" y="100881"/>
                  </a:lnTo>
                  <a:cubicBezTo>
                    <a:pt x="302644" y="45144"/>
                    <a:pt x="347788" y="0"/>
                    <a:pt x="403525" y="0"/>
                  </a:cubicBezTo>
                  <a:lnTo>
                    <a:pt x="581497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324801" y="1841035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331389" y="3002079"/>
            <a:ext cx="440726" cy="689714"/>
            <a:chOff x="1814509" y="2402572"/>
            <a:chExt cx="587634" cy="919618"/>
          </a:xfrm>
        </p:grpSpPr>
        <p:sp>
          <p:nvSpPr>
            <p:cNvPr id="27" name="Rounded Rectangle 26"/>
            <p:cNvSpPr/>
            <p:nvPr/>
          </p:nvSpPr>
          <p:spPr>
            <a:xfrm>
              <a:off x="1814509" y="2479914"/>
              <a:ext cx="581497" cy="842276"/>
            </a:xfrm>
            <a:custGeom>
              <a:avLst/>
              <a:gdLst/>
              <a:ahLst/>
              <a:cxnLst/>
              <a:rect l="0" t="0" r="0" b="0"/>
              <a:pathLst>
                <a:path w="581497" h="842276">
                  <a:moveTo>
                    <a:pt x="0" y="842276"/>
                  </a:moveTo>
                  <a:lnTo>
                    <a:pt x="201762" y="842276"/>
                  </a:lnTo>
                  <a:cubicBezTo>
                    <a:pt x="257499" y="842276"/>
                    <a:pt x="302644" y="797131"/>
                    <a:pt x="302644" y="741394"/>
                  </a:cubicBezTo>
                  <a:lnTo>
                    <a:pt x="302644" y="100881"/>
                  </a:lnTo>
                  <a:cubicBezTo>
                    <a:pt x="302644" y="45144"/>
                    <a:pt x="347788" y="0"/>
                    <a:pt x="403525" y="0"/>
                  </a:cubicBezTo>
                  <a:lnTo>
                    <a:pt x="581497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324801" y="2402572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331389" y="3423233"/>
            <a:ext cx="440726" cy="268596"/>
            <a:chOff x="1814509" y="2964111"/>
            <a:chExt cx="587634" cy="358128"/>
          </a:xfrm>
        </p:grpSpPr>
        <p:sp>
          <p:nvSpPr>
            <p:cNvPr id="30" name="Rounded Rectangle 29"/>
            <p:cNvSpPr/>
            <p:nvPr/>
          </p:nvSpPr>
          <p:spPr>
            <a:xfrm>
              <a:off x="1814509" y="3041453"/>
              <a:ext cx="581497" cy="280786"/>
            </a:xfrm>
            <a:custGeom>
              <a:avLst/>
              <a:gdLst/>
              <a:ahLst/>
              <a:cxnLst/>
              <a:rect l="0" t="0" r="0" b="0"/>
              <a:pathLst>
                <a:path w="581497" h="280786">
                  <a:moveTo>
                    <a:pt x="0" y="280786"/>
                  </a:moveTo>
                  <a:lnTo>
                    <a:pt x="201762" y="280786"/>
                  </a:lnTo>
                  <a:cubicBezTo>
                    <a:pt x="257499" y="280786"/>
                    <a:pt x="302644" y="235642"/>
                    <a:pt x="302644" y="179905"/>
                  </a:cubicBezTo>
                  <a:lnTo>
                    <a:pt x="302644" y="100881"/>
                  </a:lnTo>
                  <a:cubicBezTo>
                    <a:pt x="302644" y="45144"/>
                    <a:pt x="347788" y="0"/>
                    <a:pt x="403525" y="0"/>
                  </a:cubicBezTo>
                  <a:lnTo>
                    <a:pt x="581497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324801" y="2964111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331389" y="3691817"/>
            <a:ext cx="440726" cy="268596"/>
            <a:chOff x="1814509" y="3322223"/>
            <a:chExt cx="587634" cy="358128"/>
          </a:xfrm>
        </p:grpSpPr>
        <p:sp>
          <p:nvSpPr>
            <p:cNvPr id="33" name="Rounded Rectangle 32"/>
            <p:cNvSpPr/>
            <p:nvPr/>
          </p:nvSpPr>
          <p:spPr>
            <a:xfrm>
              <a:off x="1814509" y="3322223"/>
              <a:ext cx="581497" cy="280786"/>
            </a:xfrm>
            <a:custGeom>
              <a:avLst/>
              <a:gdLst/>
              <a:ahLst/>
              <a:cxnLst/>
              <a:rect l="0" t="0" r="0" b="0"/>
              <a:pathLst>
                <a:path w="581497" h="280786">
                  <a:moveTo>
                    <a:pt x="0" y="0"/>
                  </a:moveTo>
                  <a:lnTo>
                    <a:pt x="201762" y="0"/>
                  </a:lnTo>
                  <a:cubicBezTo>
                    <a:pt x="257499" y="0"/>
                    <a:pt x="302644" y="45144"/>
                    <a:pt x="302644" y="100881"/>
                  </a:cubicBezTo>
                  <a:lnTo>
                    <a:pt x="302644" y="179905"/>
                  </a:lnTo>
                  <a:cubicBezTo>
                    <a:pt x="302644" y="235642"/>
                    <a:pt x="347788" y="280786"/>
                    <a:pt x="403525" y="280786"/>
                  </a:cubicBezTo>
                  <a:lnTo>
                    <a:pt x="581497" y="280786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324801" y="3525667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331389" y="3691818"/>
            <a:ext cx="440726" cy="689776"/>
            <a:chOff x="1814509" y="3322223"/>
            <a:chExt cx="587634" cy="919701"/>
          </a:xfrm>
        </p:grpSpPr>
        <p:sp>
          <p:nvSpPr>
            <p:cNvPr id="36" name="Rounded Rectangle 35"/>
            <p:cNvSpPr/>
            <p:nvPr/>
          </p:nvSpPr>
          <p:spPr>
            <a:xfrm>
              <a:off x="1814509" y="3322223"/>
              <a:ext cx="581497" cy="842276"/>
            </a:xfrm>
            <a:custGeom>
              <a:avLst/>
              <a:gdLst/>
              <a:ahLst/>
              <a:cxnLst/>
              <a:rect l="0" t="0" r="0" b="0"/>
              <a:pathLst>
                <a:path w="581497" h="842276">
                  <a:moveTo>
                    <a:pt x="0" y="0"/>
                  </a:moveTo>
                  <a:lnTo>
                    <a:pt x="201762" y="0"/>
                  </a:lnTo>
                  <a:cubicBezTo>
                    <a:pt x="257499" y="0"/>
                    <a:pt x="302644" y="45144"/>
                    <a:pt x="302644" y="100881"/>
                  </a:cubicBezTo>
                  <a:lnTo>
                    <a:pt x="302644" y="741394"/>
                  </a:lnTo>
                  <a:cubicBezTo>
                    <a:pt x="302644" y="797131"/>
                    <a:pt x="347788" y="842276"/>
                    <a:pt x="403525" y="842276"/>
                  </a:cubicBezTo>
                  <a:lnTo>
                    <a:pt x="581497" y="842276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324801" y="4087240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331389" y="3691819"/>
            <a:ext cx="440726" cy="1110956"/>
            <a:chOff x="1814509" y="3322223"/>
            <a:chExt cx="587634" cy="1481275"/>
          </a:xfrm>
        </p:grpSpPr>
        <p:sp>
          <p:nvSpPr>
            <p:cNvPr id="39" name="Rounded Rectangle 38"/>
            <p:cNvSpPr/>
            <p:nvPr/>
          </p:nvSpPr>
          <p:spPr>
            <a:xfrm>
              <a:off x="1814509" y="3322223"/>
              <a:ext cx="581497" cy="1403849"/>
            </a:xfrm>
            <a:custGeom>
              <a:avLst/>
              <a:gdLst/>
              <a:ahLst/>
              <a:cxnLst/>
              <a:rect l="0" t="0" r="0" b="0"/>
              <a:pathLst>
                <a:path w="581497" h="1403849">
                  <a:moveTo>
                    <a:pt x="0" y="0"/>
                  </a:moveTo>
                  <a:lnTo>
                    <a:pt x="201762" y="0"/>
                  </a:lnTo>
                  <a:cubicBezTo>
                    <a:pt x="257499" y="0"/>
                    <a:pt x="302644" y="45144"/>
                    <a:pt x="302644" y="100881"/>
                  </a:cubicBezTo>
                  <a:lnTo>
                    <a:pt x="302644" y="1302968"/>
                  </a:lnTo>
                  <a:cubicBezTo>
                    <a:pt x="302644" y="1358705"/>
                    <a:pt x="347788" y="1403849"/>
                    <a:pt x="403525" y="1403849"/>
                  </a:cubicBezTo>
                  <a:lnTo>
                    <a:pt x="581497" y="1403849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2324801" y="4648814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4331389" y="3691818"/>
            <a:ext cx="440726" cy="1532137"/>
            <a:chOff x="1814509" y="3322223"/>
            <a:chExt cx="587634" cy="2042849"/>
          </a:xfrm>
        </p:grpSpPr>
        <p:sp>
          <p:nvSpPr>
            <p:cNvPr id="42" name="Rounded Rectangle 41"/>
            <p:cNvSpPr/>
            <p:nvPr/>
          </p:nvSpPr>
          <p:spPr>
            <a:xfrm>
              <a:off x="1814509" y="3322223"/>
              <a:ext cx="581497" cy="1965423"/>
            </a:xfrm>
            <a:custGeom>
              <a:avLst/>
              <a:gdLst/>
              <a:ahLst/>
              <a:cxnLst/>
              <a:rect l="0" t="0" r="0" b="0"/>
              <a:pathLst>
                <a:path w="581497" h="1965423">
                  <a:moveTo>
                    <a:pt x="0" y="0"/>
                  </a:moveTo>
                  <a:lnTo>
                    <a:pt x="201762" y="0"/>
                  </a:lnTo>
                  <a:cubicBezTo>
                    <a:pt x="257499" y="0"/>
                    <a:pt x="302644" y="45144"/>
                    <a:pt x="302644" y="100881"/>
                  </a:cubicBezTo>
                  <a:lnTo>
                    <a:pt x="302644" y="1864541"/>
                  </a:lnTo>
                  <a:cubicBezTo>
                    <a:pt x="302644" y="1920194"/>
                    <a:pt x="347788" y="1965423"/>
                    <a:pt x="403525" y="1965423"/>
                  </a:cubicBezTo>
                  <a:lnTo>
                    <a:pt x="581497" y="1965423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2324801" y="5210388"/>
              <a:ext cx="77342" cy="154684"/>
            </a:xfrm>
            <a:custGeom>
              <a:avLst/>
              <a:gdLst/>
              <a:ahLst/>
              <a:cxnLst/>
              <a:rect l="0" t="0" r="0" b="0"/>
              <a:pathLst>
                <a:path w="77342" h="154684">
                  <a:moveTo>
                    <a:pt x="0" y="154684"/>
                  </a:moveTo>
                  <a:lnTo>
                    <a:pt x="77342" y="77342"/>
                  </a:lnTo>
                  <a:lnTo>
                    <a:pt x="0" y="0"/>
                  </a:lnTo>
                </a:path>
              </a:pathLst>
            </a:custGeom>
            <a:noFill/>
            <a:ln w="25220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3406577" y="3616156"/>
            <a:ext cx="126101" cy="151322"/>
          </a:xfrm>
          <a:custGeom>
            <a:avLst/>
            <a:gdLst/>
            <a:ahLst/>
            <a:cxnLst/>
            <a:rect l="0" t="0" r="0" b="0"/>
            <a:pathLst>
              <a:path w="168135" h="201762">
                <a:moveTo>
                  <a:pt x="165697" y="48002"/>
                </a:moveTo>
                <a:lnTo>
                  <a:pt x="120133" y="2437"/>
                </a:lnTo>
                <a:cubicBezTo>
                  <a:pt x="118569" y="882"/>
                  <a:pt x="116450" y="8"/>
                  <a:pt x="114248" y="0"/>
                </a:cubicBezTo>
                <a:lnTo>
                  <a:pt x="16813" y="0"/>
                </a:lnTo>
                <a:cubicBezTo>
                  <a:pt x="7524" y="0"/>
                  <a:pt x="0" y="7524"/>
                  <a:pt x="0" y="16813"/>
                </a:cubicBezTo>
                <a:lnTo>
                  <a:pt x="0" y="184949"/>
                </a:lnTo>
                <a:cubicBezTo>
                  <a:pt x="0" y="194238"/>
                  <a:pt x="7524" y="201762"/>
                  <a:pt x="16813" y="201762"/>
                </a:cubicBezTo>
                <a:lnTo>
                  <a:pt x="151322" y="201762"/>
                </a:lnTo>
                <a:cubicBezTo>
                  <a:pt x="160611" y="201762"/>
                  <a:pt x="168135" y="194238"/>
                  <a:pt x="168135" y="184949"/>
                </a:cubicBezTo>
                <a:lnTo>
                  <a:pt x="168135" y="53887"/>
                </a:lnTo>
                <a:cubicBezTo>
                  <a:pt x="168127" y="51684"/>
                  <a:pt x="167253" y="49566"/>
                  <a:pt x="165697" y="48002"/>
                </a:cubicBezTo>
                <a:moveTo>
                  <a:pt x="151322" y="180745"/>
                </a:moveTo>
                <a:cubicBezTo>
                  <a:pt x="151322" y="183066"/>
                  <a:pt x="149439" y="184949"/>
                  <a:pt x="147118" y="184949"/>
                </a:cubicBezTo>
                <a:lnTo>
                  <a:pt x="21016" y="184949"/>
                </a:lnTo>
                <a:cubicBezTo>
                  <a:pt x="18696" y="184949"/>
                  <a:pt x="16813" y="183066"/>
                  <a:pt x="16813" y="180745"/>
                </a:cubicBezTo>
                <a:lnTo>
                  <a:pt x="16813" y="21016"/>
                </a:lnTo>
                <a:cubicBezTo>
                  <a:pt x="16813" y="18696"/>
                  <a:pt x="18696" y="16813"/>
                  <a:pt x="21016" y="16813"/>
                </a:cubicBezTo>
                <a:lnTo>
                  <a:pt x="109288" y="16813"/>
                </a:lnTo>
                <a:cubicBezTo>
                  <a:pt x="110414" y="16805"/>
                  <a:pt x="111490" y="17225"/>
                  <a:pt x="112314" y="17990"/>
                </a:cubicBezTo>
                <a:lnTo>
                  <a:pt x="150397" y="56157"/>
                </a:lnTo>
                <a:cubicBezTo>
                  <a:pt x="151027" y="56905"/>
                  <a:pt x="151355" y="57863"/>
                  <a:pt x="151322" y="58847"/>
                </a:cubicBezTo>
                <a:lnTo>
                  <a:pt x="151322" y="180745"/>
                </a:lnTo>
                <a:moveTo>
                  <a:pt x="126101" y="126101"/>
                </a:moveTo>
                <a:lnTo>
                  <a:pt x="125008" y="126101"/>
                </a:lnTo>
                <a:cubicBezTo>
                  <a:pt x="124470" y="126059"/>
                  <a:pt x="124042" y="125631"/>
                  <a:pt x="124000" y="125093"/>
                </a:cubicBezTo>
                <a:lnTo>
                  <a:pt x="124000" y="105084"/>
                </a:lnTo>
                <a:cubicBezTo>
                  <a:pt x="124000" y="101604"/>
                  <a:pt x="121175" y="98779"/>
                  <a:pt x="117695" y="98779"/>
                </a:cubicBezTo>
                <a:lnTo>
                  <a:pt x="92474" y="98779"/>
                </a:lnTo>
                <a:cubicBezTo>
                  <a:pt x="91314" y="98779"/>
                  <a:pt x="90372" y="97838"/>
                  <a:pt x="90372" y="96678"/>
                </a:cubicBezTo>
                <a:lnTo>
                  <a:pt x="90372" y="89280"/>
                </a:lnTo>
                <a:cubicBezTo>
                  <a:pt x="90372" y="88725"/>
                  <a:pt x="90826" y="88271"/>
                  <a:pt x="91381" y="88271"/>
                </a:cubicBezTo>
                <a:lnTo>
                  <a:pt x="92474" y="88271"/>
                </a:lnTo>
                <a:cubicBezTo>
                  <a:pt x="97115" y="88271"/>
                  <a:pt x="100881" y="84505"/>
                  <a:pt x="100881" y="79864"/>
                </a:cubicBezTo>
                <a:lnTo>
                  <a:pt x="100881" y="63050"/>
                </a:lnTo>
                <a:cubicBezTo>
                  <a:pt x="100881" y="58410"/>
                  <a:pt x="97115" y="54644"/>
                  <a:pt x="92474" y="54644"/>
                </a:cubicBezTo>
                <a:lnTo>
                  <a:pt x="75661" y="54644"/>
                </a:lnTo>
                <a:cubicBezTo>
                  <a:pt x="71020" y="54644"/>
                  <a:pt x="67254" y="58410"/>
                  <a:pt x="67254" y="63050"/>
                </a:cubicBezTo>
                <a:lnTo>
                  <a:pt x="67254" y="79864"/>
                </a:lnTo>
                <a:cubicBezTo>
                  <a:pt x="67254" y="84505"/>
                  <a:pt x="71020" y="88271"/>
                  <a:pt x="75661" y="88271"/>
                </a:cubicBezTo>
                <a:lnTo>
                  <a:pt x="76753" y="88271"/>
                </a:lnTo>
                <a:cubicBezTo>
                  <a:pt x="77308" y="88271"/>
                  <a:pt x="77762" y="88725"/>
                  <a:pt x="77762" y="89280"/>
                </a:cubicBezTo>
                <a:lnTo>
                  <a:pt x="77762" y="96678"/>
                </a:lnTo>
                <a:cubicBezTo>
                  <a:pt x="77762" y="97838"/>
                  <a:pt x="76821" y="98779"/>
                  <a:pt x="75661" y="98779"/>
                </a:cubicBezTo>
                <a:lnTo>
                  <a:pt x="50440" y="98779"/>
                </a:lnTo>
                <a:cubicBezTo>
                  <a:pt x="46960" y="98779"/>
                  <a:pt x="44135" y="101604"/>
                  <a:pt x="44135" y="105084"/>
                </a:cubicBezTo>
                <a:lnTo>
                  <a:pt x="44135" y="125008"/>
                </a:lnTo>
                <a:cubicBezTo>
                  <a:pt x="44135" y="125614"/>
                  <a:pt x="43648" y="126101"/>
                  <a:pt x="43042" y="126101"/>
                </a:cubicBezTo>
                <a:lnTo>
                  <a:pt x="42033" y="126101"/>
                </a:lnTo>
                <a:cubicBezTo>
                  <a:pt x="37393" y="126101"/>
                  <a:pt x="33627" y="129868"/>
                  <a:pt x="33627" y="134508"/>
                </a:cubicBezTo>
                <a:lnTo>
                  <a:pt x="33627" y="151322"/>
                </a:lnTo>
                <a:cubicBezTo>
                  <a:pt x="33627" y="155962"/>
                  <a:pt x="37393" y="159728"/>
                  <a:pt x="42033" y="159728"/>
                </a:cubicBezTo>
                <a:lnTo>
                  <a:pt x="58847" y="159728"/>
                </a:lnTo>
                <a:cubicBezTo>
                  <a:pt x="63488" y="159728"/>
                  <a:pt x="67254" y="155962"/>
                  <a:pt x="67254" y="151322"/>
                </a:cubicBezTo>
                <a:lnTo>
                  <a:pt x="67254" y="134508"/>
                </a:lnTo>
                <a:cubicBezTo>
                  <a:pt x="67254" y="129868"/>
                  <a:pt x="63488" y="126101"/>
                  <a:pt x="58847" y="126101"/>
                </a:cubicBezTo>
                <a:lnTo>
                  <a:pt x="57838" y="126101"/>
                </a:lnTo>
                <a:cubicBezTo>
                  <a:pt x="57233" y="126101"/>
                  <a:pt x="56745" y="125614"/>
                  <a:pt x="56745" y="125008"/>
                </a:cubicBezTo>
                <a:lnTo>
                  <a:pt x="56745" y="113491"/>
                </a:lnTo>
                <a:cubicBezTo>
                  <a:pt x="56745" y="112331"/>
                  <a:pt x="57687" y="111389"/>
                  <a:pt x="58847" y="111389"/>
                </a:cubicBezTo>
                <a:lnTo>
                  <a:pt x="109288" y="111389"/>
                </a:lnTo>
                <a:cubicBezTo>
                  <a:pt x="110448" y="111389"/>
                  <a:pt x="111389" y="112331"/>
                  <a:pt x="111389" y="113491"/>
                </a:cubicBezTo>
                <a:lnTo>
                  <a:pt x="111389" y="125008"/>
                </a:lnTo>
                <a:cubicBezTo>
                  <a:pt x="111389" y="125614"/>
                  <a:pt x="110902" y="126101"/>
                  <a:pt x="110297" y="126101"/>
                </a:cubicBezTo>
                <a:lnTo>
                  <a:pt x="109288" y="126101"/>
                </a:lnTo>
                <a:cubicBezTo>
                  <a:pt x="104647" y="126101"/>
                  <a:pt x="100881" y="129868"/>
                  <a:pt x="100881" y="134508"/>
                </a:cubicBezTo>
                <a:lnTo>
                  <a:pt x="100881" y="151322"/>
                </a:lnTo>
                <a:cubicBezTo>
                  <a:pt x="100881" y="155962"/>
                  <a:pt x="104647" y="159728"/>
                  <a:pt x="109288" y="159728"/>
                </a:cubicBezTo>
                <a:lnTo>
                  <a:pt x="126101" y="159728"/>
                </a:lnTo>
                <a:cubicBezTo>
                  <a:pt x="130742" y="159728"/>
                  <a:pt x="134508" y="155962"/>
                  <a:pt x="134508" y="151322"/>
                </a:cubicBezTo>
                <a:lnTo>
                  <a:pt x="134508" y="134508"/>
                </a:lnTo>
                <a:cubicBezTo>
                  <a:pt x="134508" y="129868"/>
                  <a:pt x="130742" y="126101"/>
                  <a:pt x="126101" y="12610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6" name="Rounded Rectangle 45"/>
          <p:cNvSpPr/>
          <p:nvPr/>
        </p:nvSpPr>
        <p:spPr>
          <a:xfrm>
            <a:off x="4847511" y="2566678"/>
            <a:ext cx="140502" cy="144512"/>
          </a:xfrm>
          <a:custGeom>
            <a:avLst/>
            <a:gdLst/>
            <a:ahLst/>
            <a:cxnLst/>
            <a:rect l="0" t="0" r="0" b="0"/>
            <a:pathLst>
              <a:path w="187336" h="192683">
                <a:moveTo>
                  <a:pt x="178408" y="177215"/>
                </a:moveTo>
                <a:lnTo>
                  <a:pt x="176727" y="177215"/>
                </a:lnTo>
                <a:cubicBezTo>
                  <a:pt x="176172" y="177240"/>
                  <a:pt x="175626" y="177038"/>
                  <a:pt x="175214" y="176660"/>
                </a:cubicBezTo>
                <a:cubicBezTo>
                  <a:pt x="174802" y="176281"/>
                  <a:pt x="174566" y="175752"/>
                  <a:pt x="174541" y="175197"/>
                </a:cubicBezTo>
                <a:lnTo>
                  <a:pt x="174541" y="117695"/>
                </a:lnTo>
                <a:cubicBezTo>
                  <a:pt x="174583" y="116518"/>
                  <a:pt x="175550" y="115593"/>
                  <a:pt x="176727" y="115593"/>
                </a:cubicBezTo>
                <a:lnTo>
                  <a:pt x="178408" y="115593"/>
                </a:lnTo>
                <a:cubicBezTo>
                  <a:pt x="181351" y="115904"/>
                  <a:pt x="184209" y="114508"/>
                  <a:pt x="185773" y="111995"/>
                </a:cubicBezTo>
                <a:cubicBezTo>
                  <a:pt x="187336" y="109490"/>
                  <a:pt x="187336" y="106312"/>
                  <a:pt x="185773" y="103807"/>
                </a:cubicBezTo>
                <a:cubicBezTo>
                  <a:pt x="184209" y="101293"/>
                  <a:pt x="181351" y="99897"/>
                  <a:pt x="178408" y="100208"/>
                </a:cubicBezTo>
                <a:lnTo>
                  <a:pt x="164705" y="100208"/>
                </a:lnTo>
                <a:cubicBezTo>
                  <a:pt x="164251" y="100200"/>
                  <a:pt x="163814" y="100049"/>
                  <a:pt x="163444" y="99788"/>
                </a:cubicBezTo>
                <a:lnTo>
                  <a:pt x="121410" y="67170"/>
                </a:lnTo>
                <a:cubicBezTo>
                  <a:pt x="117997" y="64589"/>
                  <a:pt x="113146" y="65270"/>
                  <a:pt x="110566" y="68683"/>
                </a:cubicBezTo>
                <a:cubicBezTo>
                  <a:pt x="107985" y="72096"/>
                  <a:pt x="108666" y="76947"/>
                  <a:pt x="112079" y="79528"/>
                </a:cubicBezTo>
                <a:lnTo>
                  <a:pt x="134105" y="96341"/>
                </a:lnTo>
                <a:cubicBezTo>
                  <a:pt x="134769" y="96930"/>
                  <a:pt x="135029" y="97846"/>
                  <a:pt x="134777" y="98695"/>
                </a:cubicBezTo>
                <a:cubicBezTo>
                  <a:pt x="134466" y="99544"/>
                  <a:pt x="133659" y="100108"/>
                  <a:pt x="132760" y="100124"/>
                </a:cubicBezTo>
                <a:lnTo>
                  <a:pt x="54576" y="100124"/>
                </a:lnTo>
                <a:cubicBezTo>
                  <a:pt x="53677" y="100108"/>
                  <a:pt x="52870" y="99544"/>
                  <a:pt x="52559" y="98695"/>
                </a:cubicBezTo>
                <a:cubicBezTo>
                  <a:pt x="52307" y="97846"/>
                  <a:pt x="52567" y="96930"/>
                  <a:pt x="53231" y="96341"/>
                </a:cubicBezTo>
                <a:lnTo>
                  <a:pt x="75257" y="79528"/>
                </a:lnTo>
                <a:cubicBezTo>
                  <a:pt x="78670" y="76930"/>
                  <a:pt x="79326" y="72054"/>
                  <a:pt x="76728" y="68641"/>
                </a:cubicBezTo>
                <a:cubicBezTo>
                  <a:pt x="74131" y="65228"/>
                  <a:pt x="69255" y="64572"/>
                  <a:pt x="65841" y="67170"/>
                </a:cubicBezTo>
                <a:lnTo>
                  <a:pt x="23808" y="99788"/>
                </a:lnTo>
                <a:cubicBezTo>
                  <a:pt x="23438" y="100049"/>
                  <a:pt x="23000" y="100200"/>
                  <a:pt x="22547" y="100208"/>
                </a:cubicBezTo>
                <a:lnTo>
                  <a:pt x="8928" y="100208"/>
                </a:lnTo>
                <a:cubicBezTo>
                  <a:pt x="5985" y="99897"/>
                  <a:pt x="3127" y="101293"/>
                  <a:pt x="1563" y="103807"/>
                </a:cubicBezTo>
                <a:cubicBezTo>
                  <a:pt x="0" y="106312"/>
                  <a:pt x="0" y="109490"/>
                  <a:pt x="1563" y="111995"/>
                </a:cubicBezTo>
                <a:cubicBezTo>
                  <a:pt x="3127" y="114508"/>
                  <a:pt x="5985" y="115904"/>
                  <a:pt x="8928" y="115593"/>
                </a:cubicBezTo>
                <a:lnTo>
                  <a:pt x="10609" y="115593"/>
                </a:lnTo>
                <a:cubicBezTo>
                  <a:pt x="11786" y="115593"/>
                  <a:pt x="12753" y="116518"/>
                  <a:pt x="12795" y="117695"/>
                </a:cubicBezTo>
                <a:lnTo>
                  <a:pt x="12795" y="175197"/>
                </a:lnTo>
                <a:cubicBezTo>
                  <a:pt x="12769" y="175752"/>
                  <a:pt x="12534" y="176281"/>
                  <a:pt x="12122" y="176660"/>
                </a:cubicBezTo>
                <a:cubicBezTo>
                  <a:pt x="11710" y="177038"/>
                  <a:pt x="11164" y="177240"/>
                  <a:pt x="10609" y="177215"/>
                </a:cubicBezTo>
                <a:lnTo>
                  <a:pt x="8928" y="177215"/>
                </a:lnTo>
                <a:cubicBezTo>
                  <a:pt x="4657" y="177215"/>
                  <a:pt x="1193" y="180678"/>
                  <a:pt x="1193" y="184949"/>
                </a:cubicBezTo>
                <a:cubicBezTo>
                  <a:pt x="1193" y="189220"/>
                  <a:pt x="4657" y="192683"/>
                  <a:pt x="8928" y="192683"/>
                </a:cubicBezTo>
                <a:lnTo>
                  <a:pt x="178408" y="192683"/>
                </a:lnTo>
                <a:cubicBezTo>
                  <a:pt x="182679" y="192683"/>
                  <a:pt x="186143" y="189220"/>
                  <a:pt x="186143" y="184949"/>
                </a:cubicBezTo>
                <a:cubicBezTo>
                  <a:pt x="186143" y="180678"/>
                  <a:pt x="182679" y="177215"/>
                  <a:pt x="178408" y="177215"/>
                </a:cubicBezTo>
                <a:moveTo>
                  <a:pt x="149573" y="126774"/>
                </a:moveTo>
                <a:lnTo>
                  <a:pt x="149573" y="165277"/>
                </a:lnTo>
                <a:cubicBezTo>
                  <a:pt x="149573" y="168480"/>
                  <a:pt x="146975" y="171078"/>
                  <a:pt x="143772" y="171078"/>
                </a:cubicBezTo>
                <a:cubicBezTo>
                  <a:pt x="140569" y="171078"/>
                  <a:pt x="137972" y="168480"/>
                  <a:pt x="137972" y="165277"/>
                </a:cubicBezTo>
                <a:lnTo>
                  <a:pt x="137972" y="127194"/>
                </a:lnTo>
                <a:cubicBezTo>
                  <a:pt x="137972" y="123991"/>
                  <a:pt x="140569" y="121394"/>
                  <a:pt x="143772" y="121394"/>
                </a:cubicBezTo>
                <a:cubicBezTo>
                  <a:pt x="146975" y="121394"/>
                  <a:pt x="149573" y="123991"/>
                  <a:pt x="149573" y="127194"/>
                </a:cubicBezTo>
                <a:moveTo>
                  <a:pt x="114853" y="126774"/>
                </a:moveTo>
                <a:lnTo>
                  <a:pt x="114853" y="165277"/>
                </a:lnTo>
                <a:cubicBezTo>
                  <a:pt x="114853" y="168480"/>
                  <a:pt x="112255" y="171078"/>
                  <a:pt x="109052" y="171078"/>
                </a:cubicBezTo>
                <a:cubicBezTo>
                  <a:pt x="107522" y="171078"/>
                  <a:pt x="106051" y="170464"/>
                  <a:pt x="104983" y="169371"/>
                </a:cubicBezTo>
                <a:cubicBezTo>
                  <a:pt x="103907" y="168287"/>
                  <a:pt x="103311" y="166807"/>
                  <a:pt x="103336" y="165277"/>
                </a:cubicBezTo>
                <a:lnTo>
                  <a:pt x="103336" y="127194"/>
                </a:lnTo>
                <a:cubicBezTo>
                  <a:pt x="103311" y="125664"/>
                  <a:pt x="103907" y="124185"/>
                  <a:pt x="104983" y="123100"/>
                </a:cubicBezTo>
                <a:cubicBezTo>
                  <a:pt x="106051" y="122007"/>
                  <a:pt x="107522" y="121394"/>
                  <a:pt x="109052" y="121394"/>
                </a:cubicBezTo>
                <a:cubicBezTo>
                  <a:pt x="112255" y="121394"/>
                  <a:pt x="114853" y="123991"/>
                  <a:pt x="114853" y="127194"/>
                </a:cubicBezTo>
                <a:moveTo>
                  <a:pt x="84000" y="126774"/>
                </a:moveTo>
                <a:lnTo>
                  <a:pt x="84000" y="165277"/>
                </a:lnTo>
                <a:cubicBezTo>
                  <a:pt x="84025" y="166807"/>
                  <a:pt x="83428" y="168287"/>
                  <a:pt x="82352" y="169371"/>
                </a:cubicBezTo>
                <a:cubicBezTo>
                  <a:pt x="81285" y="170464"/>
                  <a:pt x="79814" y="171078"/>
                  <a:pt x="78284" y="171078"/>
                </a:cubicBezTo>
                <a:cubicBezTo>
                  <a:pt x="75081" y="171078"/>
                  <a:pt x="72483" y="168480"/>
                  <a:pt x="72483" y="165277"/>
                </a:cubicBezTo>
                <a:lnTo>
                  <a:pt x="72483" y="127194"/>
                </a:lnTo>
                <a:cubicBezTo>
                  <a:pt x="72483" y="123991"/>
                  <a:pt x="75081" y="121394"/>
                  <a:pt x="78284" y="121394"/>
                </a:cubicBezTo>
                <a:cubicBezTo>
                  <a:pt x="79814" y="121394"/>
                  <a:pt x="81285" y="122007"/>
                  <a:pt x="82352" y="123100"/>
                </a:cubicBezTo>
                <a:cubicBezTo>
                  <a:pt x="83428" y="124185"/>
                  <a:pt x="84025" y="125664"/>
                  <a:pt x="84000" y="127194"/>
                </a:cubicBezTo>
                <a:moveTo>
                  <a:pt x="49364" y="126774"/>
                </a:moveTo>
                <a:lnTo>
                  <a:pt x="49364" y="165277"/>
                </a:lnTo>
                <a:cubicBezTo>
                  <a:pt x="49364" y="168480"/>
                  <a:pt x="46766" y="171078"/>
                  <a:pt x="43563" y="171078"/>
                </a:cubicBezTo>
                <a:cubicBezTo>
                  <a:pt x="40360" y="171078"/>
                  <a:pt x="37763" y="168480"/>
                  <a:pt x="37763" y="165277"/>
                </a:cubicBezTo>
                <a:lnTo>
                  <a:pt x="37763" y="127194"/>
                </a:lnTo>
                <a:cubicBezTo>
                  <a:pt x="37763" y="123991"/>
                  <a:pt x="40360" y="121394"/>
                  <a:pt x="43563" y="121394"/>
                </a:cubicBezTo>
                <a:cubicBezTo>
                  <a:pt x="46766" y="121394"/>
                  <a:pt x="49364" y="123991"/>
                  <a:pt x="49364" y="127194"/>
                </a:cubicBezTo>
                <a:moveTo>
                  <a:pt x="93668" y="69356"/>
                </a:moveTo>
                <a:cubicBezTo>
                  <a:pt x="100360" y="69229"/>
                  <a:pt x="106202" y="64799"/>
                  <a:pt x="108128" y="58385"/>
                </a:cubicBezTo>
                <a:cubicBezTo>
                  <a:pt x="110044" y="51970"/>
                  <a:pt x="107598" y="45060"/>
                  <a:pt x="102075" y="41277"/>
                </a:cubicBezTo>
                <a:cubicBezTo>
                  <a:pt x="101503" y="40873"/>
                  <a:pt x="101158" y="40218"/>
                  <a:pt x="101150" y="39511"/>
                </a:cubicBezTo>
                <a:lnTo>
                  <a:pt x="101150" y="7734"/>
                </a:lnTo>
                <a:cubicBezTo>
                  <a:pt x="101150" y="3463"/>
                  <a:pt x="97686" y="0"/>
                  <a:pt x="93416" y="0"/>
                </a:cubicBezTo>
                <a:cubicBezTo>
                  <a:pt x="89145" y="0"/>
                  <a:pt x="85681" y="3463"/>
                  <a:pt x="85681" y="7734"/>
                </a:cubicBezTo>
                <a:lnTo>
                  <a:pt x="85681" y="39511"/>
                </a:lnTo>
                <a:cubicBezTo>
                  <a:pt x="85673" y="40218"/>
                  <a:pt x="85328" y="40873"/>
                  <a:pt x="84757" y="41277"/>
                </a:cubicBezTo>
                <a:cubicBezTo>
                  <a:pt x="79233" y="45060"/>
                  <a:pt x="76787" y="51970"/>
                  <a:pt x="78704" y="58385"/>
                </a:cubicBezTo>
                <a:cubicBezTo>
                  <a:pt x="80629" y="64799"/>
                  <a:pt x="86472" y="69229"/>
                  <a:pt x="93164" y="69356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7" name="Rounded Rectangle 46"/>
          <p:cNvSpPr/>
          <p:nvPr/>
        </p:nvSpPr>
        <p:spPr>
          <a:xfrm>
            <a:off x="4854712" y="5090194"/>
            <a:ext cx="126101" cy="151322"/>
          </a:xfrm>
          <a:custGeom>
            <a:avLst/>
            <a:gdLst/>
            <a:ahLst/>
            <a:cxnLst/>
            <a:rect l="0" t="0" r="0" b="0"/>
            <a:pathLst>
              <a:path w="168135" h="201762">
                <a:moveTo>
                  <a:pt x="163175" y="41277"/>
                </a:moveTo>
                <a:lnTo>
                  <a:pt x="126858" y="4960"/>
                </a:lnTo>
                <a:cubicBezTo>
                  <a:pt x="123697" y="1782"/>
                  <a:pt x="119401" y="0"/>
                  <a:pt x="114920" y="0"/>
                </a:cubicBezTo>
                <a:lnTo>
                  <a:pt x="16813" y="0"/>
                </a:lnTo>
                <a:cubicBezTo>
                  <a:pt x="7524" y="0"/>
                  <a:pt x="0" y="7524"/>
                  <a:pt x="0" y="16813"/>
                </a:cubicBezTo>
                <a:lnTo>
                  <a:pt x="0" y="184949"/>
                </a:lnTo>
                <a:cubicBezTo>
                  <a:pt x="0" y="194238"/>
                  <a:pt x="7524" y="201762"/>
                  <a:pt x="16813" y="201762"/>
                </a:cubicBezTo>
                <a:lnTo>
                  <a:pt x="151322" y="201762"/>
                </a:lnTo>
                <a:cubicBezTo>
                  <a:pt x="160611" y="201762"/>
                  <a:pt x="168135" y="194238"/>
                  <a:pt x="168135" y="184949"/>
                </a:cubicBezTo>
                <a:lnTo>
                  <a:pt x="168135" y="53214"/>
                </a:lnTo>
                <a:cubicBezTo>
                  <a:pt x="168135" y="48734"/>
                  <a:pt x="166353" y="44438"/>
                  <a:pt x="163175" y="41277"/>
                </a:cubicBezTo>
                <a:moveTo>
                  <a:pt x="75661" y="163932"/>
                </a:moveTo>
                <a:lnTo>
                  <a:pt x="37830" y="163932"/>
                </a:lnTo>
                <a:cubicBezTo>
                  <a:pt x="33190" y="163932"/>
                  <a:pt x="29423" y="160166"/>
                  <a:pt x="29423" y="155525"/>
                </a:cubicBezTo>
                <a:cubicBezTo>
                  <a:pt x="29423" y="150885"/>
                  <a:pt x="33190" y="147118"/>
                  <a:pt x="37830" y="147118"/>
                </a:cubicBezTo>
                <a:lnTo>
                  <a:pt x="75661" y="147118"/>
                </a:lnTo>
                <a:cubicBezTo>
                  <a:pt x="80301" y="147118"/>
                  <a:pt x="84067" y="150885"/>
                  <a:pt x="84067" y="155525"/>
                </a:cubicBezTo>
                <a:cubicBezTo>
                  <a:pt x="84067" y="160166"/>
                  <a:pt x="80301" y="163932"/>
                  <a:pt x="75661" y="163932"/>
                </a:cubicBezTo>
                <a:moveTo>
                  <a:pt x="113491" y="130305"/>
                </a:moveTo>
                <a:lnTo>
                  <a:pt x="37830" y="130305"/>
                </a:lnTo>
                <a:cubicBezTo>
                  <a:pt x="33190" y="130305"/>
                  <a:pt x="29423" y="126538"/>
                  <a:pt x="29423" y="121898"/>
                </a:cubicBezTo>
                <a:cubicBezTo>
                  <a:pt x="29423" y="117257"/>
                  <a:pt x="33190" y="113491"/>
                  <a:pt x="37830" y="113491"/>
                </a:cubicBezTo>
                <a:lnTo>
                  <a:pt x="113491" y="113491"/>
                </a:lnTo>
                <a:cubicBezTo>
                  <a:pt x="118132" y="113491"/>
                  <a:pt x="121898" y="117257"/>
                  <a:pt x="121898" y="121898"/>
                </a:cubicBezTo>
                <a:cubicBezTo>
                  <a:pt x="121898" y="126538"/>
                  <a:pt x="118132" y="130305"/>
                  <a:pt x="113491" y="130305"/>
                </a:cubicBezTo>
                <a:moveTo>
                  <a:pt x="113491" y="96678"/>
                </a:moveTo>
                <a:lnTo>
                  <a:pt x="37830" y="96678"/>
                </a:lnTo>
                <a:cubicBezTo>
                  <a:pt x="33190" y="96678"/>
                  <a:pt x="29423" y="92911"/>
                  <a:pt x="29423" y="88271"/>
                </a:cubicBezTo>
                <a:cubicBezTo>
                  <a:pt x="29423" y="83630"/>
                  <a:pt x="33190" y="79864"/>
                  <a:pt x="37830" y="79864"/>
                </a:cubicBezTo>
                <a:lnTo>
                  <a:pt x="113491" y="79864"/>
                </a:lnTo>
                <a:cubicBezTo>
                  <a:pt x="118132" y="79864"/>
                  <a:pt x="121898" y="83630"/>
                  <a:pt x="121898" y="88271"/>
                </a:cubicBezTo>
                <a:cubicBezTo>
                  <a:pt x="121898" y="92911"/>
                  <a:pt x="118132" y="96678"/>
                  <a:pt x="113491" y="9667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8" name="Rounded Rectangle 47"/>
          <p:cNvSpPr/>
          <p:nvPr/>
        </p:nvSpPr>
        <p:spPr>
          <a:xfrm>
            <a:off x="4843678" y="3406853"/>
            <a:ext cx="148169" cy="150048"/>
          </a:xfrm>
          <a:custGeom>
            <a:avLst/>
            <a:gdLst/>
            <a:ahLst/>
            <a:cxnLst/>
            <a:rect l="0" t="0" r="0" b="0"/>
            <a:pathLst>
              <a:path w="197559" h="200064">
                <a:moveTo>
                  <a:pt x="94879" y="369"/>
                </a:moveTo>
                <a:cubicBezTo>
                  <a:pt x="95517" y="0"/>
                  <a:pt x="96308" y="0"/>
                  <a:pt x="96955" y="361"/>
                </a:cubicBezTo>
                <a:lnTo>
                  <a:pt x="129935" y="18999"/>
                </a:lnTo>
                <a:cubicBezTo>
                  <a:pt x="130591" y="19369"/>
                  <a:pt x="131002" y="20067"/>
                  <a:pt x="131002" y="20823"/>
                </a:cubicBezTo>
                <a:cubicBezTo>
                  <a:pt x="131002" y="21580"/>
                  <a:pt x="130599" y="22277"/>
                  <a:pt x="129943" y="22656"/>
                </a:cubicBezTo>
                <a:lnTo>
                  <a:pt x="96972" y="41622"/>
                </a:lnTo>
                <a:cubicBezTo>
                  <a:pt x="96316" y="42000"/>
                  <a:pt x="95517" y="42000"/>
                  <a:pt x="94862" y="41622"/>
                </a:cubicBezTo>
                <a:lnTo>
                  <a:pt x="62369" y="22639"/>
                </a:lnTo>
                <a:cubicBezTo>
                  <a:pt x="61722" y="22261"/>
                  <a:pt x="61319" y="21571"/>
                  <a:pt x="61327" y="20815"/>
                </a:cubicBezTo>
                <a:cubicBezTo>
                  <a:pt x="61327" y="20067"/>
                  <a:pt x="61731" y="19369"/>
                  <a:pt x="62378" y="18999"/>
                </a:cubicBezTo>
                <a:lnTo>
                  <a:pt x="94879" y="369"/>
                </a:lnTo>
                <a:moveTo>
                  <a:pt x="89582" y="54543"/>
                </a:moveTo>
                <a:cubicBezTo>
                  <a:pt x="89574" y="53803"/>
                  <a:pt x="89187" y="53130"/>
                  <a:pt x="88548" y="52752"/>
                </a:cubicBezTo>
                <a:lnTo>
                  <a:pt x="56115" y="33669"/>
                </a:lnTo>
                <a:cubicBezTo>
                  <a:pt x="55467" y="33282"/>
                  <a:pt x="54660" y="33282"/>
                  <a:pt x="54005" y="33652"/>
                </a:cubicBezTo>
                <a:cubicBezTo>
                  <a:pt x="53349" y="34030"/>
                  <a:pt x="52945" y="34720"/>
                  <a:pt x="52945" y="35476"/>
                </a:cubicBezTo>
                <a:lnTo>
                  <a:pt x="52945" y="70028"/>
                </a:lnTo>
                <a:cubicBezTo>
                  <a:pt x="52945" y="70709"/>
                  <a:pt x="53282" y="71356"/>
                  <a:pt x="53853" y="71751"/>
                </a:cubicBezTo>
                <a:lnTo>
                  <a:pt x="86287" y="94231"/>
                </a:lnTo>
                <a:cubicBezTo>
                  <a:pt x="86926" y="94677"/>
                  <a:pt x="87758" y="94727"/>
                  <a:pt x="88447" y="94366"/>
                </a:cubicBezTo>
                <a:cubicBezTo>
                  <a:pt x="89137" y="94013"/>
                  <a:pt x="89574" y="93298"/>
                  <a:pt x="89582" y="92525"/>
                </a:cubicBezTo>
                <a:lnTo>
                  <a:pt x="89582" y="54602"/>
                </a:lnTo>
                <a:moveTo>
                  <a:pt x="102192" y="92499"/>
                </a:moveTo>
                <a:lnTo>
                  <a:pt x="102192" y="54576"/>
                </a:lnTo>
                <a:cubicBezTo>
                  <a:pt x="102201" y="53837"/>
                  <a:pt x="102596" y="53147"/>
                  <a:pt x="103243" y="52777"/>
                </a:cubicBezTo>
                <a:lnTo>
                  <a:pt x="136408" y="33543"/>
                </a:lnTo>
                <a:cubicBezTo>
                  <a:pt x="137055" y="33164"/>
                  <a:pt x="137862" y="33164"/>
                  <a:pt x="138518" y="33534"/>
                </a:cubicBezTo>
                <a:cubicBezTo>
                  <a:pt x="139174" y="33912"/>
                  <a:pt x="139569" y="34610"/>
                  <a:pt x="139569" y="35367"/>
                </a:cubicBezTo>
                <a:lnTo>
                  <a:pt x="139569" y="69986"/>
                </a:lnTo>
                <a:cubicBezTo>
                  <a:pt x="139569" y="70684"/>
                  <a:pt x="139216" y="71331"/>
                  <a:pt x="138644" y="71718"/>
                </a:cubicBezTo>
                <a:lnTo>
                  <a:pt x="105479" y="94374"/>
                </a:lnTo>
                <a:cubicBezTo>
                  <a:pt x="104832" y="94811"/>
                  <a:pt x="104000" y="94853"/>
                  <a:pt x="103319" y="94492"/>
                </a:cubicBezTo>
                <a:cubicBezTo>
                  <a:pt x="102630" y="94122"/>
                  <a:pt x="102201" y="93407"/>
                  <a:pt x="102201" y="92634"/>
                </a:cubicBezTo>
                <a:moveTo>
                  <a:pt x="104664" y="114744"/>
                </a:moveTo>
                <a:cubicBezTo>
                  <a:pt x="104664" y="110103"/>
                  <a:pt x="100898" y="106337"/>
                  <a:pt x="96257" y="106337"/>
                </a:cubicBezTo>
                <a:cubicBezTo>
                  <a:pt x="91617" y="106337"/>
                  <a:pt x="87850" y="110103"/>
                  <a:pt x="87850" y="114744"/>
                </a:cubicBezTo>
                <a:lnTo>
                  <a:pt x="87850" y="117266"/>
                </a:lnTo>
                <a:lnTo>
                  <a:pt x="34888" y="117266"/>
                </a:lnTo>
                <a:cubicBezTo>
                  <a:pt x="30180" y="117266"/>
                  <a:pt x="25741" y="119056"/>
                  <a:pt x="22555" y="122587"/>
                </a:cubicBezTo>
                <a:cubicBezTo>
                  <a:pt x="19436" y="126042"/>
                  <a:pt x="18074" y="130515"/>
                  <a:pt x="18074" y="134971"/>
                </a:cubicBezTo>
                <a:lnTo>
                  <a:pt x="18074" y="145420"/>
                </a:lnTo>
                <a:lnTo>
                  <a:pt x="14711" y="145420"/>
                </a:lnTo>
                <a:cubicBezTo>
                  <a:pt x="10760" y="145420"/>
                  <a:pt x="6977" y="146765"/>
                  <a:pt x="4161" y="149582"/>
                </a:cubicBezTo>
                <a:cubicBezTo>
                  <a:pt x="1345" y="152389"/>
                  <a:pt x="0" y="156181"/>
                  <a:pt x="0" y="160132"/>
                </a:cubicBezTo>
                <a:lnTo>
                  <a:pt x="0" y="185352"/>
                </a:lnTo>
                <a:cubicBezTo>
                  <a:pt x="0" y="189304"/>
                  <a:pt x="1345" y="193087"/>
                  <a:pt x="4161" y="195903"/>
                </a:cubicBezTo>
                <a:cubicBezTo>
                  <a:pt x="6969" y="198719"/>
                  <a:pt x="10760" y="200064"/>
                  <a:pt x="14711" y="200064"/>
                </a:cubicBezTo>
                <a:lnTo>
                  <a:pt x="39932" y="200064"/>
                </a:lnTo>
                <a:cubicBezTo>
                  <a:pt x="43883" y="200064"/>
                  <a:pt x="47666" y="198719"/>
                  <a:pt x="50482" y="195903"/>
                </a:cubicBezTo>
                <a:cubicBezTo>
                  <a:pt x="53299" y="193095"/>
                  <a:pt x="54644" y="189304"/>
                  <a:pt x="54644" y="185352"/>
                </a:cubicBezTo>
                <a:lnTo>
                  <a:pt x="54644" y="160132"/>
                </a:lnTo>
                <a:cubicBezTo>
                  <a:pt x="54644" y="156181"/>
                  <a:pt x="53299" y="152398"/>
                  <a:pt x="50482" y="149582"/>
                </a:cubicBezTo>
                <a:cubicBezTo>
                  <a:pt x="47674" y="146765"/>
                  <a:pt x="43883" y="145420"/>
                  <a:pt x="39932" y="145420"/>
                </a:cubicBezTo>
                <a:lnTo>
                  <a:pt x="34888" y="145420"/>
                </a:lnTo>
                <a:lnTo>
                  <a:pt x="34888" y="134971"/>
                </a:lnTo>
                <a:cubicBezTo>
                  <a:pt x="34888" y="134550"/>
                  <a:pt x="34930" y="134264"/>
                  <a:pt x="34980" y="134071"/>
                </a:cubicBezTo>
                <a:lnTo>
                  <a:pt x="87850" y="134071"/>
                </a:lnTo>
                <a:lnTo>
                  <a:pt x="87850" y="145420"/>
                </a:lnTo>
                <a:lnTo>
                  <a:pt x="83647" y="145420"/>
                </a:lnTo>
                <a:cubicBezTo>
                  <a:pt x="79696" y="145420"/>
                  <a:pt x="75913" y="146765"/>
                  <a:pt x="73097" y="149582"/>
                </a:cubicBezTo>
                <a:cubicBezTo>
                  <a:pt x="70280" y="152389"/>
                  <a:pt x="68935" y="156181"/>
                  <a:pt x="68935" y="160132"/>
                </a:cubicBezTo>
                <a:lnTo>
                  <a:pt x="68935" y="185352"/>
                </a:lnTo>
                <a:cubicBezTo>
                  <a:pt x="68935" y="189304"/>
                  <a:pt x="70280" y="193087"/>
                  <a:pt x="73097" y="195903"/>
                </a:cubicBezTo>
                <a:cubicBezTo>
                  <a:pt x="75904" y="198719"/>
                  <a:pt x="79696" y="200064"/>
                  <a:pt x="83647" y="200064"/>
                </a:cubicBezTo>
                <a:lnTo>
                  <a:pt x="108867" y="200064"/>
                </a:lnTo>
                <a:cubicBezTo>
                  <a:pt x="112819" y="200064"/>
                  <a:pt x="116602" y="198719"/>
                  <a:pt x="119418" y="195903"/>
                </a:cubicBezTo>
                <a:cubicBezTo>
                  <a:pt x="122234" y="193095"/>
                  <a:pt x="123579" y="189304"/>
                  <a:pt x="123579" y="185352"/>
                </a:cubicBezTo>
                <a:lnTo>
                  <a:pt x="123579" y="160132"/>
                </a:lnTo>
                <a:cubicBezTo>
                  <a:pt x="123579" y="156181"/>
                  <a:pt x="122234" y="152398"/>
                  <a:pt x="119418" y="149582"/>
                </a:cubicBezTo>
                <a:cubicBezTo>
                  <a:pt x="116610" y="146765"/>
                  <a:pt x="112819" y="145420"/>
                  <a:pt x="108867" y="145420"/>
                </a:cubicBezTo>
                <a:lnTo>
                  <a:pt x="104664" y="145420"/>
                </a:lnTo>
                <a:lnTo>
                  <a:pt x="104664" y="134071"/>
                </a:lnTo>
                <a:lnTo>
                  <a:pt x="160897" y="134071"/>
                </a:lnTo>
                <a:cubicBezTo>
                  <a:pt x="160964" y="134365"/>
                  <a:pt x="160990" y="134668"/>
                  <a:pt x="160981" y="134971"/>
                </a:cubicBezTo>
                <a:lnTo>
                  <a:pt x="160981" y="145420"/>
                </a:lnTo>
                <a:lnTo>
                  <a:pt x="157627" y="145420"/>
                </a:lnTo>
                <a:cubicBezTo>
                  <a:pt x="153676" y="145420"/>
                  <a:pt x="149893" y="146765"/>
                  <a:pt x="147076" y="149582"/>
                </a:cubicBezTo>
                <a:cubicBezTo>
                  <a:pt x="144260" y="152389"/>
                  <a:pt x="142915" y="156181"/>
                  <a:pt x="142915" y="160132"/>
                </a:cubicBezTo>
                <a:lnTo>
                  <a:pt x="142915" y="185352"/>
                </a:lnTo>
                <a:cubicBezTo>
                  <a:pt x="142915" y="189304"/>
                  <a:pt x="144260" y="193087"/>
                  <a:pt x="147076" y="195903"/>
                </a:cubicBezTo>
                <a:cubicBezTo>
                  <a:pt x="149884" y="198719"/>
                  <a:pt x="153676" y="200064"/>
                  <a:pt x="157627" y="200064"/>
                </a:cubicBezTo>
                <a:lnTo>
                  <a:pt x="182847" y="200064"/>
                </a:lnTo>
                <a:cubicBezTo>
                  <a:pt x="186798" y="200064"/>
                  <a:pt x="190581" y="198719"/>
                  <a:pt x="193398" y="195903"/>
                </a:cubicBezTo>
                <a:cubicBezTo>
                  <a:pt x="196214" y="193095"/>
                  <a:pt x="197559" y="189304"/>
                  <a:pt x="197559" y="185352"/>
                </a:cubicBezTo>
                <a:lnTo>
                  <a:pt x="197559" y="160132"/>
                </a:lnTo>
                <a:cubicBezTo>
                  <a:pt x="197559" y="156181"/>
                  <a:pt x="196214" y="152398"/>
                  <a:pt x="193398" y="149582"/>
                </a:cubicBezTo>
                <a:cubicBezTo>
                  <a:pt x="190590" y="146765"/>
                  <a:pt x="186798" y="145420"/>
                  <a:pt x="182847" y="145420"/>
                </a:cubicBezTo>
                <a:lnTo>
                  <a:pt x="177803" y="145420"/>
                </a:lnTo>
                <a:lnTo>
                  <a:pt x="177803" y="134971"/>
                </a:lnTo>
                <a:cubicBezTo>
                  <a:pt x="177803" y="130515"/>
                  <a:pt x="176441" y="126042"/>
                  <a:pt x="173322" y="122587"/>
                </a:cubicBezTo>
                <a:cubicBezTo>
                  <a:pt x="170161" y="119132"/>
                  <a:pt x="165672" y="117190"/>
                  <a:pt x="160990" y="117257"/>
                </a:cubicBezTo>
                <a:lnTo>
                  <a:pt x="104664" y="117257"/>
                </a:lnTo>
                <a:lnTo>
                  <a:pt x="104664" y="114735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9" name="Rounded Rectangle 48"/>
          <p:cNvSpPr/>
          <p:nvPr/>
        </p:nvSpPr>
        <p:spPr>
          <a:xfrm>
            <a:off x="4842100" y="4247887"/>
            <a:ext cx="151322" cy="151322"/>
          </a:xfrm>
          <a:custGeom>
            <a:avLst/>
            <a:gdLst/>
            <a:ahLst/>
            <a:cxnLst/>
            <a:rect l="0" t="0" r="0" b="0"/>
            <a:pathLst>
              <a:path w="201762" h="201762">
                <a:moveTo>
                  <a:pt x="0" y="23118"/>
                </a:moveTo>
                <a:cubicBezTo>
                  <a:pt x="25" y="10365"/>
                  <a:pt x="10365" y="25"/>
                  <a:pt x="23118" y="0"/>
                </a:cubicBezTo>
                <a:lnTo>
                  <a:pt x="178644" y="0"/>
                </a:lnTo>
                <a:cubicBezTo>
                  <a:pt x="191397" y="25"/>
                  <a:pt x="201737" y="10365"/>
                  <a:pt x="201762" y="23118"/>
                </a:cubicBezTo>
                <a:lnTo>
                  <a:pt x="201762" y="178644"/>
                </a:lnTo>
                <a:cubicBezTo>
                  <a:pt x="201737" y="191397"/>
                  <a:pt x="191397" y="201737"/>
                  <a:pt x="178644" y="201762"/>
                </a:cubicBezTo>
                <a:lnTo>
                  <a:pt x="23118" y="201762"/>
                </a:lnTo>
                <a:cubicBezTo>
                  <a:pt x="10365" y="201737"/>
                  <a:pt x="25" y="191397"/>
                  <a:pt x="0" y="178644"/>
                </a:cubicBezTo>
                <a:lnTo>
                  <a:pt x="0" y="23118"/>
                </a:lnTo>
                <a:moveTo>
                  <a:pt x="75240" y="166874"/>
                </a:moveTo>
                <a:cubicBezTo>
                  <a:pt x="77762" y="164352"/>
                  <a:pt x="79444" y="160149"/>
                  <a:pt x="79444" y="156786"/>
                </a:cubicBezTo>
                <a:lnTo>
                  <a:pt x="79444" y="127783"/>
                </a:lnTo>
                <a:lnTo>
                  <a:pt x="90372" y="127783"/>
                </a:lnTo>
                <a:cubicBezTo>
                  <a:pt x="93853" y="127783"/>
                  <a:pt x="96678" y="124958"/>
                  <a:pt x="96678" y="121478"/>
                </a:cubicBezTo>
                <a:cubicBezTo>
                  <a:pt x="96678" y="117997"/>
                  <a:pt x="93853" y="115173"/>
                  <a:pt x="90372" y="115173"/>
                </a:cubicBezTo>
                <a:lnTo>
                  <a:pt x="79444" y="115173"/>
                </a:lnTo>
                <a:lnTo>
                  <a:pt x="79444" y="103823"/>
                </a:lnTo>
                <a:cubicBezTo>
                  <a:pt x="90372" y="98779"/>
                  <a:pt x="98779" y="87010"/>
                  <a:pt x="98779" y="73559"/>
                </a:cubicBezTo>
                <a:cubicBezTo>
                  <a:pt x="98779" y="59267"/>
                  <a:pt x="90372" y="47498"/>
                  <a:pt x="77762" y="42454"/>
                </a:cubicBezTo>
                <a:lnTo>
                  <a:pt x="77762" y="65152"/>
                </a:lnTo>
                <a:cubicBezTo>
                  <a:pt x="77762" y="71878"/>
                  <a:pt x="71878" y="77762"/>
                  <a:pt x="65152" y="77762"/>
                </a:cubicBezTo>
                <a:cubicBezTo>
                  <a:pt x="58427" y="77762"/>
                  <a:pt x="52542" y="71878"/>
                  <a:pt x="52542" y="65152"/>
                </a:cubicBezTo>
                <a:lnTo>
                  <a:pt x="52542" y="42454"/>
                </a:lnTo>
                <a:cubicBezTo>
                  <a:pt x="39932" y="47498"/>
                  <a:pt x="31525" y="59267"/>
                  <a:pt x="31525" y="73559"/>
                </a:cubicBezTo>
                <a:cubicBezTo>
                  <a:pt x="31525" y="87010"/>
                  <a:pt x="39091" y="97939"/>
                  <a:pt x="50861" y="103823"/>
                </a:cubicBezTo>
                <a:lnTo>
                  <a:pt x="50861" y="115173"/>
                </a:lnTo>
                <a:lnTo>
                  <a:pt x="39932" y="115173"/>
                </a:lnTo>
                <a:cubicBezTo>
                  <a:pt x="36451" y="115173"/>
                  <a:pt x="33627" y="117997"/>
                  <a:pt x="33627" y="121478"/>
                </a:cubicBezTo>
                <a:cubicBezTo>
                  <a:pt x="33627" y="124958"/>
                  <a:pt x="36451" y="127783"/>
                  <a:pt x="39932" y="127783"/>
                </a:cubicBezTo>
                <a:lnTo>
                  <a:pt x="50861" y="127783"/>
                </a:lnTo>
                <a:lnTo>
                  <a:pt x="50861" y="156786"/>
                </a:lnTo>
                <a:cubicBezTo>
                  <a:pt x="50020" y="164352"/>
                  <a:pt x="56745" y="171078"/>
                  <a:pt x="65152" y="171078"/>
                </a:cubicBezTo>
                <a:cubicBezTo>
                  <a:pt x="69356" y="171078"/>
                  <a:pt x="72718" y="169396"/>
                  <a:pt x="75240" y="166874"/>
                </a:cubicBezTo>
                <a:moveTo>
                  <a:pt x="143335" y="169396"/>
                </a:moveTo>
                <a:cubicBezTo>
                  <a:pt x="150901" y="169396"/>
                  <a:pt x="157627" y="163512"/>
                  <a:pt x="157627" y="155105"/>
                </a:cubicBezTo>
                <a:lnTo>
                  <a:pt x="157627" y="140393"/>
                </a:lnTo>
                <a:lnTo>
                  <a:pt x="170237" y="140393"/>
                </a:lnTo>
                <a:cubicBezTo>
                  <a:pt x="173717" y="140393"/>
                  <a:pt x="176542" y="137568"/>
                  <a:pt x="176542" y="134088"/>
                </a:cubicBezTo>
                <a:cubicBezTo>
                  <a:pt x="176542" y="130607"/>
                  <a:pt x="173717" y="127783"/>
                  <a:pt x="170237" y="127783"/>
                </a:cubicBezTo>
                <a:lnTo>
                  <a:pt x="157627" y="127783"/>
                </a:lnTo>
                <a:lnTo>
                  <a:pt x="157627" y="100461"/>
                </a:lnTo>
                <a:lnTo>
                  <a:pt x="149640" y="100461"/>
                </a:lnTo>
                <a:lnTo>
                  <a:pt x="149640" y="42454"/>
                </a:lnTo>
                <a:cubicBezTo>
                  <a:pt x="149640" y="38973"/>
                  <a:pt x="146816" y="36149"/>
                  <a:pt x="143335" y="36149"/>
                </a:cubicBezTo>
                <a:cubicBezTo>
                  <a:pt x="139855" y="36149"/>
                  <a:pt x="137030" y="38973"/>
                  <a:pt x="137030" y="42454"/>
                </a:cubicBezTo>
                <a:lnTo>
                  <a:pt x="137030" y="100461"/>
                </a:lnTo>
                <a:lnTo>
                  <a:pt x="129044" y="100461"/>
                </a:lnTo>
                <a:lnTo>
                  <a:pt x="129044" y="127783"/>
                </a:lnTo>
                <a:lnTo>
                  <a:pt x="115593" y="127783"/>
                </a:lnTo>
                <a:cubicBezTo>
                  <a:pt x="112112" y="127783"/>
                  <a:pt x="109288" y="130607"/>
                  <a:pt x="109288" y="134088"/>
                </a:cubicBezTo>
                <a:cubicBezTo>
                  <a:pt x="109288" y="137568"/>
                  <a:pt x="112112" y="140393"/>
                  <a:pt x="115593" y="140393"/>
                </a:cubicBezTo>
                <a:lnTo>
                  <a:pt x="129044" y="140393"/>
                </a:lnTo>
                <a:lnTo>
                  <a:pt x="129044" y="155105"/>
                </a:lnTo>
                <a:cubicBezTo>
                  <a:pt x="129044" y="162671"/>
                  <a:pt x="134928" y="169396"/>
                  <a:pt x="143335" y="169396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0" name="Rounded Rectangle 49"/>
          <p:cNvSpPr/>
          <p:nvPr/>
        </p:nvSpPr>
        <p:spPr>
          <a:xfrm>
            <a:off x="4840701" y="2983221"/>
            <a:ext cx="152798" cy="152608"/>
          </a:xfrm>
          <a:custGeom>
            <a:avLst/>
            <a:gdLst/>
            <a:ahLst/>
            <a:cxnLst/>
            <a:rect l="0" t="0" r="0" b="0"/>
            <a:pathLst>
              <a:path w="203730" h="203477">
                <a:moveTo>
                  <a:pt x="203629" y="35232"/>
                </a:moveTo>
                <a:cubicBezTo>
                  <a:pt x="203730" y="17729"/>
                  <a:pt x="190388" y="3085"/>
                  <a:pt x="172961" y="1546"/>
                </a:cubicBezTo>
                <a:cubicBezTo>
                  <a:pt x="155525" y="0"/>
                  <a:pt x="139830" y="12088"/>
                  <a:pt x="136862" y="29339"/>
                </a:cubicBezTo>
                <a:cubicBezTo>
                  <a:pt x="133894" y="46582"/>
                  <a:pt x="144647" y="63227"/>
                  <a:pt x="161595" y="67598"/>
                </a:cubicBezTo>
                <a:lnTo>
                  <a:pt x="161595" y="94080"/>
                </a:lnTo>
                <a:lnTo>
                  <a:pt x="43900" y="94080"/>
                </a:lnTo>
                <a:cubicBezTo>
                  <a:pt x="34610" y="94080"/>
                  <a:pt x="27086" y="101604"/>
                  <a:pt x="27086" y="110893"/>
                </a:cubicBezTo>
                <a:lnTo>
                  <a:pt x="27086" y="137291"/>
                </a:lnTo>
                <a:cubicBezTo>
                  <a:pt x="10693" y="141528"/>
                  <a:pt x="0" y="157291"/>
                  <a:pt x="2135" y="174087"/>
                </a:cubicBezTo>
                <a:cubicBezTo>
                  <a:pt x="4270" y="190884"/>
                  <a:pt x="18562" y="203477"/>
                  <a:pt x="35493" y="203477"/>
                </a:cubicBezTo>
                <a:cubicBezTo>
                  <a:pt x="52424" y="203477"/>
                  <a:pt x="66716" y="190884"/>
                  <a:pt x="68851" y="174087"/>
                </a:cubicBezTo>
                <a:cubicBezTo>
                  <a:pt x="70986" y="157291"/>
                  <a:pt x="60293" y="141528"/>
                  <a:pt x="43900" y="137291"/>
                </a:cubicBezTo>
                <a:lnTo>
                  <a:pt x="43900" y="110893"/>
                </a:lnTo>
                <a:lnTo>
                  <a:pt x="161595" y="110893"/>
                </a:lnTo>
                <a:cubicBezTo>
                  <a:pt x="170884" y="110893"/>
                  <a:pt x="178408" y="103369"/>
                  <a:pt x="178408" y="94080"/>
                </a:cubicBezTo>
                <a:lnTo>
                  <a:pt x="178408" y="67514"/>
                </a:lnTo>
                <a:cubicBezTo>
                  <a:pt x="193154" y="63706"/>
                  <a:pt x="203503" y="50465"/>
                  <a:pt x="203629" y="3523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1" name="Rounded Rectangle 50"/>
          <p:cNvSpPr/>
          <p:nvPr/>
        </p:nvSpPr>
        <p:spPr>
          <a:xfrm>
            <a:off x="4854712" y="2142118"/>
            <a:ext cx="126101" cy="151322"/>
          </a:xfrm>
          <a:custGeom>
            <a:avLst/>
            <a:gdLst/>
            <a:ahLst/>
            <a:cxnLst/>
            <a:rect l="0" t="0" r="0" b="0"/>
            <a:pathLst>
              <a:path w="168135" h="201762">
                <a:moveTo>
                  <a:pt x="163175" y="41277"/>
                </a:moveTo>
                <a:lnTo>
                  <a:pt x="126858" y="4960"/>
                </a:lnTo>
                <a:cubicBezTo>
                  <a:pt x="123697" y="1782"/>
                  <a:pt x="119401" y="0"/>
                  <a:pt x="114920" y="0"/>
                </a:cubicBezTo>
                <a:lnTo>
                  <a:pt x="16813" y="0"/>
                </a:lnTo>
                <a:cubicBezTo>
                  <a:pt x="7524" y="0"/>
                  <a:pt x="0" y="7524"/>
                  <a:pt x="0" y="16813"/>
                </a:cubicBezTo>
                <a:lnTo>
                  <a:pt x="0" y="184949"/>
                </a:lnTo>
                <a:cubicBezTo>
                  <a:pt x="0" y="194238"/>
                  <a:pt x="7524" y="201762"/>
                  <a:pt x="16813" y="201762"/>
                </a:cubicBezTo>
                <a:lnTo>
                  <a:pt x="151322" y="201762"/>
                </a:lnTo>
                <a:cubicBezTo>
                  <a:pt x="160611" y="201762"/>
                  <a:pt x="168135" y="194238"/>
                  <a:pt x="168135" y="184949"/>
                </a:cubicBezTo>
                <a:lnTo>
                  <a:pt x="168135" y="53214"/>
                </a:lnTo>
                <a:cubicBezTo>
                  <a:pt x="168135" y="48734"/>
                  <a:pt x="166353" y="44438"/>
                  <a:pt x="163175" y="41277"/>
                </a:cubicBezTo>
                <a:moveTo>
                  <a:pt x="51785" y="123832"/>
                </a:moveTo>
                <a:cubicBezTo>
                  <a:pt x="56955" y="126480"/>
                  <a:pt x="60201" y="131810"/>
                  <a:pt x="60192" y="137619"/>
                </a:cubicBezTo>
                <a:lnTo>
                  <a:pt x="60192" y="147455"/>
                </a:lnTo>
                <a:cubicBezTo>
                  <a:pt x="60192" y="149808"/>
                  <a:pt x="62462" y="151322"/>
                  <a:pt x="65909" y="151322"/>
                </a:cubicBezTo>
                <a:lnTo>
                  <a:pt x="70953" y="151322"/>
                </a:lnTo>
                <a:cubicBezTo>
                  <a:pt x="74433" y="151322"/>
                  <a:pt x="77258" y="154146"/>
                  <a:pt x="77258" y="157627"/>
                </a:cubicBezTo>
                <a:cubicBezTo>
                  <a:pt x="77258" y="161107"/>
                  <a:pt x="74433" y="163932"/>
                  <a:pt x="70953" y="163932"/>
                </a:cubicBezTo>
                <a:lnTo>
                  <a:pt x="65909" y="163932"/>
                </a:lnTo>
                <a:cubicBezTo>
                  <a:pt x="61193" y="164361"/>
                  <a:pt x="56518" y="162780"/>
                  <a:pt x="53030" y="159577"/>
                </a:cubicBezTo>
                <a:cubicBezTo>
                  <a:pt x="49541" y="156374"/>
                  <a:pt x="47565" y="151851"/>
                  <a:pt x="47582" y="147118"/>
                </a:cubicBezTo>
                <a:lnTo>
                  <a:pt x="47582" y="137619"/>
                </a:lnTo>
                <a:cubicBezTo>
                  <a:pt x="47464" y="136290"/>
                  <a:pt x="46674" y="135113"/>
                  <a:pt x="45480" y="134508"/>
                </a:cubicBezTo>
                <a:lnTo>
                  <a:pt x="33627" y="127194"/>
                </a:lnTo>
                <a:cubicBezTo>
                  <a:pt x="31836" y="126026"/>
                  <a:pt x="30760" y="124033"/>
                  <a:pt x="30768" y="121898"/>
                </a:cubicBezTo>
                <a:cubicBezTo>
                  <a:pt x="30794" y="119771"/>
                  <a:pt x="31861" y="117787"/>
                  <a:pt x="33627" y="116602"/>
                </a:cubicBezTo>
                <a:lnTo>
                  <a:pt x="44892" y="109288"/>
                </a:lnTo>
                <a:cubicBezTo>
                  <a:pt x="46993" y="108195"/>
                  <a:pt x="47918" y="107018"/>
                  <a:pt x="47918" y="106093"/>
                </a:cubicBezTo>
                <a:lnTo>
                  <a:pt x="47918" y="96425"/>
                </a:lnTo>
                <a:cubicBezTo>
                  <a:pt x="47901" y="91692"/>
                  <a:pt x="49877" y="87169"/>
                  <a:pt x="53366" y="83967"/>
                </a:cubicBezTo>
                <a:cubicBezTo>
                  <a:pt x="56855" y="80764"/>
                  <a:pt x="61529" y="79183"/>
                  <a:pt x="66245" y="79612"/>
                </a:cubicBezTo>
                <a:lnTo>
                  <a:pt x="71289" y="79612"/>
                </a:lnTo>
                <a:cubicBezTo>
                  <a:pt x="74769" y="79612"/>
                  <a:pt x="77594" y="82436"/>
                  <a:pt x="77594" y="85917"/>
                </a:cubicBezTo>
                <a:cubicBezTo>
                  <a:pt x="77594" y="89397"/>
                  <a:pt x="74769" y="92222"/>
                  <a:pt x="71289" y="92222"/>
                </a:cubicBezTo>
                <a:lnTo>
                  <a:pt x="66245" y="92222"/>
                </a:lnTo>
                <a:cubicBezTo>
                  <a:pt x="62798" y="92222"/>
                  <a:pt x="60528" y="93735"/>
                  <a:pt x="60528" y="96173"/>
                </a:cubicBezTo>
                <a:lnTo>
                  <a:pt x="60528" y="106009"/>
                </a:lnTo>
                <a:cubicBezTo>
                  <a:pt x="60385" y="112096"/>
                  <a:pt x="56754" y="117560"/>
                  <a:pt x="51197" y="120048"/>
                </a:cubicBezTo>
                <a:cubicBezTo>
                  <a:pt x="51197" y="120048"/>
                  <a:pt x="49768" y="120721"/>
                  <a:pt x="49768" y="121646"/>
                </a:cubicBezTo>
                <a:cubicBezTo>
                  <a:pt x="49768" y="122570"/>
                  <a:pt x="51785" y="123832"/>
                  <a:pt x="51785" y="123832"/>
                </a:cubicBezTo>
                <a:moveTo>
                  <a:pt x="142411" y="127362"/>
                </a:moveTo>
                <a:lnTo>
                  <a:pt x="129716" y="134508"/>
                </a:lnTo>
                <a:cubicBezTo>
                  <a:pt x="127110" y="135685"/>
                  <a:pt x="126185" y="136946"/>
                  <a:pt x="126185" y="137535"/>
                </a:cubicBezTo>
                <a:lnTo>
                  <a:pt x="126185" y="147371"/>
                </a:lnTo>
                <a:cubicBezTo>
                  <a:pt x="125916" y="152314"/>
                  <a:pt x="123613" y="156929"/>
                  <a:pt x="119821" y="160115"/>
                </a:cubicBezTo>
                <a:cubicBezTo>
                  <a:pt x="116038" y="163301"/>
                  <a:pt x="111095" y="164773"/>
                  <a:pt x="106177" y="164184"/>
                </a:cubicBezTo>
                <a:lnTo>
                  <a:pt x="100881" y="164184"/>
                </a:lnTo>
                <a:cubicBezTo>
                  <a:pt x="97333" y="164184"/>
                  <a:pt x="94450" y="161301"/>
                  <a:pt x="94450" y="157753"/>
                </a:cubicBezTo>
                <a:cubicBezTo>
                  <a:pt x="94450" y="154205"/>
                  <a:pt x="97333" y="151322"/>
                  <a:pt x="100881" y="151322"/>
                </a:cubicBezTo>
                <a:lnTo>
                  <a:pt x="106598" y="151322"/>
                </a:lnTo>
                <a:cubicBezTo>
                  <a:pt x="110801" y="151322"/>
                  <a:pt x="113996" y="149640"/>
                  <a:pt x="113996" y="147455"/>
                </a:cubicBezTo>
                <a:lnTo>
                  <a:pt x="113996" y="137619"/>
                </a:lnTo>
                <a:cubicBezTo>
                  <a:pt x="114307" y="131179"/>
                  <a:pt x="118451" y="125546"/>
                  <a:pt x="124504" y="123327"/>
                </a:cubicBezTo>
                <a:cubicBezTo>
                  <a:pt x="124504" y="123327"/>
                  <a:pt x="125849" y="122570"/>
                  <a:pt x="125849" y="121646"/>
                </a:cubicBezTo>
                <a:cubicBezTo>
                  <a:pt x="125849" y="120721"/>
                  <a:pt x="123916" y="120217"/>
                  <a:pt x="123916" y="120217"/>
                </a:cubicBezTo>
                <a:cubicBezTo>
                  <a:pt x="118140" y="117930"/>
                  <a:pt x="114256" y="112466"/>
                  <a:pt x="113996" y="106261"/>
                </a:cubicBezTo>
                <a:lnTo>
                  <a:pt x="113996" y="96425"/>
                </a:lnTo>
                <a:cubicBezTo>
                  <a:pt x="113996" y="94156"/>
                  <a:pt x="110801" y="92474"/>
                  <a:pt x="106598" y="92474"/>
                </a:cubicBezTo>
                <a:lnTo>
                  <a:pt x="100881" y="92474"/>
                </a:lnTo>
                <a:cubicBezTo>
                  <a:pt x="97401" y="92474"/>
                  <a:pt x="94576" y="89650"/>
                  <a:pt x="94576" y="86169"/>
                </a:cubicBezTo>
                <a:cubicBezTo>
                  <a:pt x="94576" y="82689"/>
                  <a:pt x="97401" y="79864"/>
                  <a:pt x="100881" y="79864"/>
                </a:cubicBezTo>
                <a:lnTo>
                  <a:pt x="106598" y="79864"/>
                </a:lnTo>
                <a:cubicBezTo>
                  <a:pt x="111516" y="79276"/>
                  <a:pt x="116459" y="80747"/>
                  <a:pt x="120242" y="83933"/>
                </a:cubicBezTo>
                <a:cubicBezTo>
                  <a:pt x="124033" y="87119"/>
                  <a:pt x="126337" y="91734"/>
                  <a:pt x="126606" y="96678"/>
                </a:cubicBezTo>
                <a:lnTo>
                  <a:pt x="126606" y="106514"/>
                </a:lnTo>
                <a:cubicBezTo>
                  <a:pt x="126606" y="107018"/>
                  <a:pt x="127530" y="108279"/>
                  <a:pt x="129632" y="109204"/>
                </a:cubicBezTo>
                <a:lnTo>
                  <a:pt x="142831" y="116686"/>
                </a:lnTo>
                <a:cubicBezTo>
                  <a:pt x="144790" y="117812"/>
                  <a:pt x="145992" y="119897"/>
                  <a:pt x="145992" y="122150"/>
                </a:cubicBezTo>
                <a:cubicBezTo>
                  <a:pt x="145992" y="124403"/>
                  <a:pt x="144790" y="126488"/>
                  <a:pt x="142831" y="12761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2" name="Rounded Rectangle 51"/>
          <p:cNvSpPr/>
          <p:nvPr/>
        </p:nvSpPr>
        <p:spPr>
          <a:xfrm>
            <a:off x="4841780" y="3826796"/>
            <a:ext cx="151776" cy="151259"/>
          </a:xfrm>
          <a:custGeom>
            <a:avLst/>
            <a:gdLst/>
            <a:ahLst/>
            <a:cxnLst/>
            <a:rect l="0" t="0" r="0" b="0"/>
            <a:pathLst>
              <a:path w="202368" h="201678">
                <a:moveTo>
                  <a:pt x="62554" y="121478"/>
                </a:moveTo>
                <a:cubicBezTo>
                  <a:pt x="65707" y="128951"/>
                  <a:pt x="70928" y="135366"/>
                  <a:pt x="77603" y="139973"/>
                </a:cubicBezTo>
                <a:lnTo>
                  <a:pt x="89792" y="114752"/>
                </a:lnTo>
                <a:lnTo>
                  <a:pt x="62554" y="121478"/>
                </a:lnTo>
                <a:moveTo>
                  <a:pt x="95005" y="63891"/>
                </a:moveTo>
                <a:cubicBezTo>
                  <a:pt x="86564" y="65093"/>
                  <a:pt x="78712" y="68918"/>
                  <a:pt x="72558" y="74820"/>
                </a:cubicBezTo>
                <a:lnTo>
                  <a:pt x="95005" y="92390"/>
                </a:lnTo>
                <a:lnTo>
                  <a:pt x="95005" y="63891"/>
                </a:lnTo>
                <a:moveTo>
                  <a:pt x="143344" y="109204"/>
                </a:moveTo>
                <a:cubicBezTo>
                  <a:pt x="143571" y="107926"/>
                  <a:pt x="143714" y="106631"/>
                  <a:pt x="143764" y="105337"/>
                </a:cubicBezTo>
                <a:cubicBezTo>
                  <a:pt x="143705" y="98140"/>
                  <a:pt x="141788" y="91070"/>
                  <a:pt x="138216" y="84824"/>
                </a:cubicBezTo>
                <a:lnTo>
                  <a:pt x="115769" y="102394"/>
                </a:lnTo>
                <a:lnTo>
                  <a:pt x="143344" y="109204"/>
                </a:lnTo>
                <a:moveTo>
                  <a:pt x="130061" y="74820"/>
                </a:moveTo>
                <a:cubicBezTo>
                  <a:pt x="123907" y="68918"/>
                  <a:pt x="116055" y="65093"/>
                  <a:pt x="107615" y="63891"/>
                </a:cubicBezTo>
                <a:lnTo>
                  <a:pt x="107615" y="92390"/>
                </a:lnTo>
                <a:lnTo>
                  <a:pt x="130061" y="74820"/>
                </a:lnTo>
                <a:moveTo>
                  <a:pt x="64824" y="84740"/>
                </a:moveTo>
                <a:cubicBezTo>
                  <a:pt x="61251" y="90986"/>
                  <a:pt x="59335" y="98056"/>
                  <a:pt x="59276" y="105253"/>
                </a:cubicBezTo>
                <a:cubicBezTo>
                  <a:pt x="59192" y="106539"/>
                  <a:pt x="59192" y="107833"/>
                  <a:pt x="59276" y="109120"/>
                </a:cubicBezTo>
                <a:lnTo>
                  <a:pt x="86850" y="102310"/>
                </a:lnTo>
                <a:lnTo>
                  <a:pt x="64824" y="84740"/>
                </a:lnTo>
                <a:moveTo>
                  <a:pt x="183276" y="43715"/>
                </a:moveTo>
                <a:cubicBezTo>
                  <a:pt x="182881" y="41891"/>
                  <a:pt x="181670" y="40344"/>
                  <a:pt x="179997" y="39511"/>
                </a:cubicBezTo>
                <a:lnTo>
                  <a:pt x="104336" y="840"/>
                </a:lnTo>
                <a:cubicBezTo>
                  <a:pt x="102520" y="0"/>
                  <a:pt x="100435" y="0"/>
                  <a:pt x="98620" y="840"/>
                </a:cubicBezTo>
                <a:lnTo>
                  <a:pt x="22958" y="39511"/>
                </a:lnTo>
                <a:cubicBezTo>
                  <a:pt x="21285" y="40344"/>
                  <a:pt x="20075" y="41891"/>
                  <a:pt x="19680" y="43715"/>
                </a:cubicBezTo>
                <a:lnTo>
                  <a:pt x="428" y="127951"/>
                </a:lnTo>
                <a:cubicBezTo>
                  <a:pt x="0" y="129800"/>
                  <a:pt x="437" y="131751"/>
                  <a:pt x="1605" y="133247"/>
                </a:cubicBezTo>
                <a:lnTo>
                  <a:pt x="54148" y="199072"/>
                </a:lnTo>
                <a:cubicBezTo>
                  <a:pt x="55358" y="200695"/>
                  <a:pt x="57250" y="201662"/>
                  <a:pt x="59276" y="201678"/>
                </a:cubicBezTo>
                <a:lnTo>
                  <a:pt x="143344" y="201678"/>
                </a:lnTo>
                <a:cubicBezTo>
                  <a:pt x="145235" y="201645"/>
                  <a:pt x="147017" y="200787"/>
                  <a:pt x="148220" y="199324"/>
                </a:cubicBezTo>
                <a:lnTo>
                  <a:pt x="200762" y="133499"/>
                </a:lnTo>
                <a:cubicBezTo>
                  <a:pt x="201931" y="132003"/>
                  <a:pt x="202368" y="130053"/>
                  <a:pt x="201939" y="128203"/>
                </a:cubicBezTo>
                <a:lnTo>
                  <a:pt x="183276" y="43715"/>
                </a:lnTo>
                <a:moveTo>
                  <a:pt x="168564" y="122150"/>
                </a:moveTo>
                <a:cubicBezTo>
                  <a:pt x="167833" y="124941"/>
                  <a:pt x="165311" y="126875"/>
                  <a:pt x="162427" y="126858"/>
                </a:cubicBezTo>
                <a:cubicBezTo>
                  <a:pt x="161923" y="126942"/>
                  <a:pt x="161418" y="126942"/>
                  <a:pt x="160914" y="126858"/>
                </a:cubicBezTo>
                <a:lnTo>
                  <a:pt x="152087" y="124672"/>
                </a:lnTo>
                <a:cubicBezTo>
                  <a:pt x="147900" y="135601"/>
                  <a:pt x="140334" y="144916"/>
                  <a:pt x="130481" y="151238"/>
                </a:cubicBezTo>
                <a:lnTo>
                  <a:pt x="134937" y="160401"/>
                </a:lnTo>
                <a:cubicBezTo>
                  <a:pt x="136442" y="163537"/>
                  <a:pt x="135122" y="167295"/>
                  <a:pt x="131994" y="168808"/>
                </a:cubicBezTo>
                <a:cubicBezTo>
                  <a:pt x="131120" y="169203"/>
                  <a:pt x="130179" y="169405"/>
                  <a:pt x="129220" y="169396"/>
                </a:cubicBezTo>
                <a:cubicBezTo>
                  <a:pt x="126816" y="169430"/>
                  <a:pt x="124613" y="168043"/>
                  <a:pt x="123588" y="165865"/>
                </a:cubicBezTo>
                <a:lnTo>
                  <a:pt x="119216" y="156870"/>
                </a:lnTo>
                <a:cubicBezTo>
                  <a:pt x="107674" y="160905"/>
                  <a:pt x="95114" y="160905"/>
                  <a:pt x="83571" y="156870"/>
                </a:cubicBezTo>
                <a:lnTo>
                  <a:pt x="79200" y="165865"/>
                </a:lnTo>
                <a:cubicBezTo>
                  <a:pt x="78157" y="168034"/>
                  <a:pt x="75972" y="169405"/>
                  <a:pt x="73567" y="169396"/>
                </a:cubicBezTo>
                <a:cubicBezTo>
                  <a:pt x="72609" y="169405"/>
                  <a:pt x="71667" y="169203"/>
                  <a:pt x="70793" y="168808"/>
                </a:cubicBezTo>
                <a:cubicBezTo>
                  <a:pt x="67666" y="167295"/>
                  <a:pt x="66346" y="163537"/>
                  <a:pt x="67851" y="160401"/>
                </a:cubicBezTo>
                <a:lnTo>
                  <a:pt x="72138" y="151238"/>
                </a:lnTo>
                <a:cubicBezTo>
                  <a:pt x="62126" y="144857"/>
                  <a:pt x="54433" y="135424"/>
                  <a:pt x="50196" y="124336"/>
                </a:cubicBezTo>
                <a:lnTo>
                  <a:pt x="41790" y="126522"/>
                </a:lnTo>
                <a:cubicBezTo>
                  <a:pt x="41285" y="126606"/>
                  <a:pt x="40781" y="126606"/>
                  <a:pt x="40276" y="126522"/>
                </a:cubicBezTo>
                <a:cubicBezTo>
                  <a:pt x="37183" y="126404"/>
                  <a:pt x="34627" y="124058"/>
                  <a:pt x="34257" y="120990"/>
                </a:cubicBezTo>
                <a:cubicBezTo>
                  <a:pt x="33879" y="117913"/>
                  <a:pt x="35787" y="115021"/>
                  <a:pt x="38763" y="114164"/>
                </a:cubicBezTo>
                <a:lnTo>
                  <a:pt x="47170" y="111894"/>
                </a:lnTo>
                <a:cubicBezTo>
                  <a:pt x="46834" y="109582"/>
                  <a:pt x="46666" y="107253"/>
                  <a:pt x="46666" y="104916"/>
                </a:cubicBezTo>
                <a:cubicBezTo>
                  <a:pt x="46750" y="94845"/>
                  <a:pt x="49667" y="85001"/>
                  <a:pt x="55072" y="76501"/>
                </a:cubicBezTo>
                <a:lnTo>
                  <a:pt x="47506" y="71289"/>
                </a:lnTo>
                <a:cubicBezTo>
                  <a:pt x="45186" y="69011"/>
                  <a:pt x="44951" y="65354"/>
                  <a:pt x="46951" y="62798"/>
                </a:cubicBezTo>
                <a:cubicBezTo>
                  <a:pt x="48952" y="60234"/>
                  <a:pt x="52559" y="59587"/>
                  <a:pt x="55325" y="61285"/>
                </a:cubicBezTo>
                <a:lnTo>
                  <a:pt x="62470" y="67170"/>
                </a:lnTo>
                <a:cubicBezTo>
                  <a:pt x="71163" y="58284"/>
                  <a:pt x="82655" y="52676"/>
                  <a:pt x="95005" y="51281"/>
                </a:cubicBezTo>
                <a:lnTo>
                  <a:pt x="95005" y="41949"/>
                </a:lnTo>
                <a:cubicBezTo>
                  <a:pt x="95005" y="38469"/>
                  <a:pt x="97829" y="35644"/>
                  <a:pt x="101310" y="35644"/>
                </a:cubicBezTo>
                <a:cubicBezTo>
                  <a:pt x="104790" y="35644"/>
                  <a:pt x="107615" y="38469"/>
                  <a:pt x="107615" y="41949"/>
                </a:cubicBezTo>
                <a:lnTo>
                  <a:pt x="107615" y="51029"/>
                </a:lnTo>
                <a:cubicBezTo>
                  <a:pt x="119998" y="52491"/>
                  <a:pt x="131498" y="58191"/>
                  <a:pt x="140149" y="67170"/>
                </a:cubicBezTo>
                <a:lnTo>
                  <a:pt x="147295" y="61537"/>
                </a:lnTo>
                <a:cubicBezTo>
                  <a:pt x="150061" y="59839"/>
                  <a:pt x="153667" y="60486"/>
                  <a:pt x="155668" y="63050"/>
                </a:cubicBezTo>
                <a:cubicBezTo>
                  <a:pt x="157669" y="65606"/>
                  <a:pt x="157433" y="69263"/>
                  <a:pt x="155113" y="71541"/>
                </a:cubicBezTo>
                <a:lnTo>
                  <a:pt x="147883" y="77090"/>
                </a:lnTo>
                <a:cubicBezTo>
                  <a:pt x="153289" y="85589"/>
                  <a:pt x="156206" y="95433"/>
                  <a:pt x="156290" y="105505"/>
                </a:cubicBezTo>
                <a:cubicBezTo>
                  <a:pt x="156290" y="107867"/>
                  <a:pt x="156122" y="110229"/>
                  <a:pt x="155786" y="112566"/>
                </a:cubicBezTo>
                <a:lnTo>
                  <a:pt x="164193" y="114752"/>
                </a:lnTo>
                <a:cubicBezTo>
                  <a:pt x="167362" y="115694"/>
                  <a:pt x="169270" y="118922"/>
                  <a:pt x="168564" y="122150"/>
                </a:cubicBezTo>
                <a:moveTo>
                  <a:pt x="89036" y="145269"/>
                </a:moveTo>
                <a:cubicBezTo>
                  <a:pt x="93004" y="146538"/>
                  <a:pt x="97140" y="147219"/>
                  <a:pt x="101310" y="147286"/>
                </a:cubicBezTo>
                <a:cubicBezTo>
                  <a:pt x="105479" y="147219"/>
                  <a:pt x="109616" y="146538"/>
                  <a:pt x="113584" y="145269"/>
                </a:cubicBezTo>
                <a:lnTo>
                  <a:pt x="101310" y="120048"/>
                </a:lnTo>
                <a:lnTo>
                  <a:pt x="89036" y="145269"/>
                </a:lnTo>
                <a:moveTo>
                  <a:pt x="125017" y="139973"/>
                </a:moveTo>
                <a:cubicBezTo>
                  <a:pt x="131692" y="135366"/>
                  <a:pt x="136912" y="128951"/>
                  <a:pt x="140065" y="121478"/>
                </a:cubicBezTo>
                <a:lnTo>
                  <a:pt x="112827" y="114668"/>
                </a:lnTo>
                <a:lnTo>
                  <a:pt x="125017" y="139973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3" name="Rounded Rectangle 52"/>
          <p:cNvSpPr/>
          <p:nvPr/>
        </p:nvSpPr>
        <p:spPr>
          <a:xfrm>
            <a:off x="4842100" y="4681651"/>
            <a:ext cx="151322" cy="126101"/>
          </a:xfrm>
          <a:custGeom>
            <a:avLst/>
            <a:gdLst/>
            <a:ahLst/>
            <a:cxnLst/>
            <a:rect l="0" t="0" r="0" b="0"/>
            <a:pathLst>
              <a:path w="201762" h="168135">
                <a:moveTo>
                  <a:pt x="21016" y="117695"/>
                </a:moveTo>
                <a:cubicBezTo>
                  <a:pt x="18696" y="117695"/>
                  <a:pt x="16813" y="115811"/>
                  <a:pt x="16813" y="113491"/>
                </a:cubicBezTo>
                <a:lnTo>
                  <a:pt x="16813" y="21016"/>
                </a:lnTo>
                <a:cubicBezTo>
                  <a:pt x="16813" y="18696"/>
                  <a:pt x="18696" y="16813"/>
                  <a:pt x="21016" y="16813"/>
                </a:cubicBezTo>
                <a:lnTo>
                  <a:pt x="143924" y="16813"/>
                </a:lnTo>
                <a:cubicBezTo>
                  <a:pt x="146244" y="16813"/>
                  <a:pt x="148127" y="18696"/>
                  <a:pt x="148127" y="21016"/>
                </a:cubicBezTo>
                <a:lnTo>
                  <a:pt x="148127" y="50440"/>
                </a:lnTo>
                <a:cubicBezTo>
                  <a:pt x="148127" y="55081"/>
                  <a:pt x="151893" y="58847"/>
                  <a:pt x="156534" y="58847"/>
                </a:cubicBezTo>
                <a:cubicBezTo>
                  <a:pt x="161174" y="58847"/>
                  <a:pt x="164941" y="55081"/>
                  <a:pt x="164941" y="50440"/>
                </a:cubicBezTo>
                <a:lnTo>
                  <a:pt x="164941" y="16813"/>
                </a:lnTo>
                <a:cubicBezTo>
                  <a:pt x="164941" y="7524"/>
                  <a:pt x="157417" y="0"/>
                  <a:pt x="148127" y="0"/>
                </a:cubicBezTo>
                <a:lnTo>
                  <a:pt x="16813" y="0"/>
                </a:lnTo>
                <a:cubicBezTo>
                  <a:pt x="7524" y="0"/>
                  <a:pt x="0" y="7524"/>
                  <a:pt x="0" y="16813"/>
                </a:cubicBezTo>
                <a:lnTo>
                  <a:pt x="0" y="117695"/>
                </a:lnTo>
                <a:cubicBezTo>
                  <a:pt x="0" y="126984"/>
                  <a:pt x="7524" y="134508"/>
                  <a:pt x="16813" y="134508"/>
                </a:cubicBezTo>
                <a:lnTo>
                  <a:pt x="62042" y="134508"/>
                </a:lnTo>
                <a:cubicBezTo>
                  <a:pt x="63168" y="134550"/>
                  <a:pt x="64059" y="135483"/>
                  <a:pt x="64059" y="136610"/>
                </a:cubicBezTo>
                <a:lnTo>
                  <a:pt x="64059" y="149220"/>
                </a:lnTo>
                <a:cubicBezTo>
                  <a:pt x="64059" y="150347"/>
                  <a:pt x="63168" y="151280"/>
                  <a:pt x="62042" y="151322"/>
                </a:cubicBezTo>
                <a:lnTo>
                  <a:pt x="42033" y="151322"/>
                </a:lnTo>
                <a:cubicBezTo>
                  <a:pt x="37393" y="151322"/>
                  <a:pt x="33627" y="155088"/>
                  <a:pt x="33627" y="159728"/>
                </a:cubicBezTo>
                <a:cubicBezTo>
                  <a:pt x="33627" y="164369"/>
                  <a:pt x="37393" y="168135"/>
                  <a:pt x="42033" y="168135"/>
                </a:cubicBezTo>
                <a:lnTo>
                  <a:pt x="106093" y="168135"/>
                </a:lnTo>
                <a:cubicBezTo>
                  <a:pt x="110734" y="168135"/>
                  <a:pt x="114500" y="164369"/>
                  <a:pt x="114500" y="159728"/>
                </a:cubicBezTo>
                <a:cubicBezTo>
                  <a:pt x="114500" y="155088"/>
                  <a:pt x="110734" y="151322"/>
                  <a:pt x="106093" y="151322"/>
                </a:cubicBezTo>
                <a:lnTo>
                  <a:pt x="83059" y="151322"/>
                </a:lnTo>
                <a:cubicBezTo>
                  <a:pt x="81882" y="151322"/>
                  <a:pt x="80915" y="150397"/>
                  <a:pt x="80873" y="149220"/>
                </a:cubicBezTo>
                <a:lnTo>
                  <a:pt x="80873" y="136442"/>
                </a:lnTo>
                <a:cubicBezTo>
                  <a:pt x="80965" y="135475"/>
                  <a:pt x="81688" y="134693"/>
                  <a:pt x="82638" y="134508"/>
                </a:cubicBezTo>
                <a:cubicBezTo>
                  <a:pt x="87279" y="134021"/>
                  <a:pt x="90650" y="129859"/>
                  <a:pt x="90162" y="125219"/>
                </a:cubicBezTo>
                <a:cubicBezTo>
                  <a:pt x="89675" y="120578"/>
                  <a:pt x="85513" y="117207"/>
                  <a:pt x="80873" y="117695"/>
                </a:cubicBezTo>
                <a:lnTo>
                  <a:pt x="21016" y="117695"/>
                </a:lnTo>
                <a:moveTo>
                  <a:pt x="29171" y="67254"/>
                </a:moveTo>
                <a:lnTo>
                  <a:pt x="40016" y="56157"/>
                </a:lnTo>
                <a:cubicBezTo>
                  <a:pt x="40428" y="55762"/>
                  <a:pt x="40663" y="55215"/>
                  <a:pt x="40663" y="54644"/>
                </a:cubicBezTo>
                <a:cubicBezTo>
                  <a:pt x="40663" y="54072"/>
                  <a:pt x="40428" y="53526"/>
                  <a:pt x="40016" y="53130"/>
                </a:cubicBezTo>
                <a:lnTo>
                  <a:pt x="29171" y="42033"/>
                </a:lnTo>
                <a:cubicBezTo>
                  <a:pt x="26977" y="40613"/>
                  <a:pt x="25884" y="37981"/>
                  <a:pt x="26439" y="35426"/>
                </a:cubicBezTo>
                <a:cubicBezTo>
                  <a:pt x="26985" y="32862"/>
                  <a:pt x="29053" y="30911"/>
                  <a:pt x="31643" y="30508"/>
                </a:cubicBezTo>
                <a:cubicBezTo>
                  <a:pt x="34224" y="30113"/>
                  <a:pt x="36788" y="31348"/>
                  <a:pt x="38082" y="33627"/>
                </a:cubicBezTo>
                <a:lnTo>
                  <a:pt x="54896" y="50440"/>
                </a:lnTo>
                <a:cubicBezTo>
                  <a:pt x="57351" y="52903"/>
                  <a:pt x="57351" y="56888"/>
                  <a:pt x="54896" y="59351"/>
                </a:cubicBezTo>
                <a:lnTo>
                  <a:pt x="38082" y="76165"/>
                </a:lnTo>
                <a:cubicBezTo>
                  <a:pt x="35619" y="78620"/>
                  <a:pt x="31634" y="78620"/>
                  <a:pt x="29171" y="76165"/>
                </a:cubicBezTo>
                <a:cubicBezTo>
                  <a:pt x="26716" y="73702"/>
                  <a:pt x="26716" y="69717"/>
                  <a:pt x="29171" y="67254"/>
                </a:cubicBezTo>
                <a:moveTo>
                  <a:pt x="58847" y="81966"/>
                </a:moveTo>
                <a:cubicBezTo>
                  <a:pt x="55367" y="81966"/>
                  <a:pt x="52542" y="79141"/>
                  <a:pt x="52542" y="75661"/>
                </a:cubicBezTo>
                <a:cubicBezTo>
                  <a:pt x="52542" y="72180"/>
                  <a:pt x="55367" y="69356"/>
                  <a:pt x="58847" y="69356"/>
                </a:cubicBezTo>
                <a:lnTo>
                  <a:pt x="76669" y="69356"/>
                </a:lnTo>
                <a:cubicBezTo>
                  <a:pt x="80150" y="69356"/>
                  <a:pt x="82975" y="72180"/>
                  <a:pt x="82975" y="75661"/>
                </a:cubicBezTo>
                <a:cubicBezTo>
                  <a:pt x="82975" y="79141"/>
                  <a:pt x="80150" y="81966"/>
                  <a:pt x="76669" y="81966"/>
                </a:cubicBezTo>
                <a:lnTo>
                  <a:pt x="58847" y="81966"/>
                </a:lnTo>
                <a:moveTo>
                  <a:pt x="153423" y="121898"/>
                </a:moveTo>
                <a:cubicBezTo>
                  <a:pt x="153423" y="124218"/>
                  <a:pt x="151540" y="126101"/>
                  <a:pt x="149220" y="126101"/>
                </a:cubicBezTo>
                <a:cubicBezTo>
                  <a:pt x="146900" y="126101"/>
                  <a:pt x="145017" y="124218"/>
                  <a:pt x="145017" y="121898"/>
                </a:cubicBezTo>
                <a:lnTo>
                  <a:pt x="145017" y="77930"/>
                </a:lnTo>
                <a:cubicBezTo>
                  <a:pt x="145008" y="76484"/>
                  <a:pt x="144243" y="75139"/>
                  <a:pt x="142999" y="74400"/>
                </a:cubicBezTo>
                <a:cubicBezTo>
                  <a:pt x="132221" y="68481"/>
                  <a:pt x="120149" y="65303"/>
                  <a:pt x="107859" y="65152"/>
                </a:cubicBezTo>
                <a:cubicBezTo>
                  <a:pt x="105101" y="65043"/>
                  <a:pt x="102428" y="66077"/>
                  <a:pt x="100461" y="68010"/>
                </a:cubicBezTo>
                <a:cubicBezTo>
                  <a:pt x="98485" y="69927"/>
                  <a:pt x="97359" y="72567"/>
                  <a:pt x="97350" y="75324"/>
                </a:cubicBezTo>
                <a:lnTo>
                  <a:pt x="97350" y="136526"/>
                </a:lnTo>
                <a:cubicBezTo>
                  <a:pt x="97392" y="141948"/>
                  <a:pt x="101680" y="146387"/>
                  <a:pt x="107102" y="146614"/>
                </a:cubicBezTo>
                <a:cubicBezTo>
                  <a:pt x="120906" y="146429"/>
                  <a:pt x="134348" y="151061"/>
                  <a:pt x="145101" y="159728"/>
                </a:cubicBezTo>
                <a:cubicBezTo>
                  <a:pt x="147564" y="162183"/>
                  <a:pt x="151549" y="162183"/>
                  <a:pt x="154012" y="159728"/>
                </a:cubicBezTo>
                <a:cubicBezTo>
                  <a:pt x="164731" y="150977"/>
                  <a:pt x="178173" y="146244"/>
                  <a:pt x="192011" y="146362"/>
                </a:cubicBezTo>
                <a:cubicBezTo>
                  <a:pt x="197332" y="146143"/>
                  <a:pt x="201594" y="141856"/>
                  <a:pt x="201762" y="136526"/>
                </a:cubicBezTo>
                <a:lnTo>
                  <a:pt x="201762" y="75661"/>
                </a:lnTo>
                <a:cubicBezTo>
                  <a:pt x="201754" y="72903"/>
                  <a:pt x="200628" y="70263"/>
                  <a:pt x="198652" y="68347"/>
                </a:cubicBezTo>
                <a:cubicBezTo>
                  <a:pt x="196693" y="66405"/>
                  <a:pt x="194011" y="65371"/>
                  <a:pt x="191254" y="65488"/>
                </a:cubicBezTo>
                <a:cubicBezTo>
                  <a:pt x="178661" y="65623"/>
                  <a:pt x="166311" y="68952"/>
                  <a:pt x="155357" y="75156"/>
                </a:cubicBezTo>
                <a:cubicBezTo>
                  <a:pt x="154155" y="75930"/>
                  <a:pt x="153423" y="77258"/>
                  <a:pt x="153423" y="78687"/>
                </a:cubicBezTo>
                <a:lnTo>
                  <a:pt x="153423" y="121898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56" name="Group 55"/>
          <p:cNvGrpSpPr/>
          <p:nvPr/>
        </p:nvGrpSpPr>
        <p:grpSpPr>
          <a:xfrm>
            <a:off x="3595729" y="3601037"/>
            <a:ext cx="666303" cy="181560"/>
            <a:chOff x="833629" y="3201182"/>
            <a:chExt cx="888404" cy="242080"/>
          </a:xfrm>
        </p:grpSpPr>
        <p:sp>
          <p:nvSpPr>
            <p:cNvPr id="54" name="TextBox 53"/>
            <p:cNvSpPr txBox="1"/>
            <p:nvPr/>
          </p:nvSpPr>
          <p:spPr>
            <a:xfrm>
              <a:off x="833629" y="3201182"/>
              <a:ext cx="888404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Create Directory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3629" y="3322239"/>
              <a:ext cx="888404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Structure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043865" y="3390459"/>
            <a:ext cx="429730" cy="181561"/>
            <a:chOff x="2764476" y="2920411"/>
            <a:chExt cx="572973" cy="242081"/>
          </a:xfrm>
        </p:grpSpPr>
        <p:sp>
          <p:nvSpPr>
            <p:cNvPr id="57" name="TextBox 56"/>
            <p:cNvSpPr txBox="1"/>
            <p:nvPr/>
          </p:nvSpPr>
          <p:spPr>
            <a:xfrm>
              <a:off x="2764476" y="2920411"/>
              <a:ext cx="572973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IaC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764476" y="3041469"/>
              <a:ext cx="572973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043865" y="2969305"/>
            <a:ext cx="656650" cy="181560"/>
            <a:chOff x="2764476" y="2358873"/>
            <a:chExt cx="875533" cy="242080"/>
          </a:xfrm>
        </p:grpSpPr>
        <p:sp>
          <p:nvSpPr>
            <p:cNvPr id="60" name="TextBox 59"/>
            <p:cNvSpPr txBox="1"/>
            <p:nvPr/>
          </p:nvSpPr>
          <p:spPr>
            <a:xfrm>
              <a:off x="2764476" y="2358873"/>
              <a:ext cx="875533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Pipelines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64476" y="2479930"/>
              <a:ext cx="875533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043864" y="2548152"/>
            <a:ext cx="687911" cy="181560"/>
            <a:chOff x="2764476" y="1797336"/>
            <a:chExt cx="917214" cy="242080"/>
          </a:xfrm>
        </p:grpSpPr>
        <p:sp>
          <p:nvSpPr>
            <p:cNvPr id="63" name="TextBox 62"/>
            <p:cNvSpPr txBox="1"/>
            <p:nvPr/>
          </p:nvSpPr>
          <p:spPr>
            <a:xfrm>
              <a:off x="2764476" y="1797336"/>
              <a:ext cx="917214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Container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64476" y="1918393"/>
              <a:ext cx="917214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043865" y="3811613"/>
            <a:ext cx="448582" cy="181560"/>
            <a:chOff x="2764476" y="3481951"/>
            <a:chExt cx="598109" cy="242080"/>
          </a:xfrm>
        </p:grpSpPr>
        <p:sp>
          <p:nvSpPr>
            <p:cNvPr id="66" name="TextBox 65"/>
            <p:cNvSpPr txBox="1"/>
            <p:nvPr/>
          </p:nvSpPr>
          <p:spPr>
            <a:xfrm>
              <a:off x="2764476" y="3481951"/>
              <a:ext cx="598109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K8s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764476" y="3603008"/>
              <a:ext cx="598109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043864" y="2126998"/>
            <a:ext cx="492522" cy="181560"/>
            <a:chOff x="2764476" y="1235797"/>
            <a:chExt cx="656696" cy="242080"/>
          </a:xfrm>
        </p:grpSpPr>
        <p:sp>
          <p:nvSpPr>
            <p:cNvPr id="69" name="TextBox 68"/>
            <p:cNvSpPr txBox="1"/>
            <p:nvPr/>
          </p:nvSpPr>
          <p:spPr>
            <a:xfrm>
              <a:off x="2764476" y="1235797"/>
              <a:ext cx="656696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Apps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764476" y="1356854"/>
              <a:ext cx="656696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5043865" y="4232768"/>
            <a:ext cx="509596" cy="181561"/>
            <a:chOff x="2764476" y="4043489"/>
            <a:chExt cx="679461" cy="242081"/>
          </a:xfrm>
        </p:grpSpPr>
        <p:sp>
          <p:nvSpPr>
            <p:cNvPr id="72" name="TextBox 71"/>
            <p:cNvSpPr txBox="1"/>
            <p:nvPr/>
          </p:nvSpPr>
          <p:spPr>
            <a:xfrm>
              <a:off x="2764476" y="4043489"/>
              <a:ext cx="679461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Tools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764476" y="4164547"/>
              <a:ext cx="679461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5043864" y="4653920"/>
            <a:ext cx="487005" cy="181560"/>
            <a:chOff x="2764476" y="4605027"/>
            <a:chExt cx="649340" cy="242080"/>
          </a:xfrm>
        </p:grpSpPr>
        <p:sp>
          <p:nvSpPr>
            <p:cNvPr id="75" name="TextBox 74"/>
            <p:cNvSpPr txBox="1"/>
            <p:nvPr/>
          </p:nvSpPr>
          <p:spPr>
            <a:xfrm>
              <a:off x="2764476" y="4605027"/>
              <a:ext cx="649340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Define Docs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764476" y="4726084"/>
              <a:ext cx="649340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Directory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34441" y="1502794"/>
            <a:ext cx="2869472" cy="378305"/>
            <a:chOff x="218577" y="403525"/>
            <a:chExt cx="3825963" cy="504406"/>
          </a:xfrm>
        </p:grpSpPr>
        <p:sp>
          <p:nvSpPr>
            <p:cNvPr id="78" name="TextBox 77"/>
            <p:cNvSpPr txBox="1"/>
            <p:nvPr/>
          </p:nvSpPr>
          <p:spPr>
            <a:xfrm>
              <a:off x="218577" y="403525"/>
              <a:ext cx="3825963" cy="252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Merriweather"/>
                </a:rPr>
                <a:t>Repository Creation and Submission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18577" y="655728"/>
              <a:ext cx="3825963" cy="2522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384F61"/>
                  </a:solidFill>
                  <a:latin typeface="Merriweather"/>
                </a:rPr>
                <a:t>Process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5043864" y="5075075"/>
            <a:ext cx="519249" cy="181560"/>
            <a:chOff x="2764476" y="5166566"/>
            <a:chExt cx="692332" cy="242080"/>
          </a:xfrm>
        </p:grpSpPr>
        <p:sp>
          <p:nvSpPr>
            <p:cNvPr id="81" name="TextBox 80"/>
            <p:cNvSpPr txBox="1"/>
            <p:nvPr/>
          </p:nvSpPr>
          <p:spPr>
            <a:xfrm>
              <a:off x="2764476" y="5166566"/>
              <a:ext cx="692332" cy="1210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Create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764476" y="5287623"/>
              <a:ext cx="692332" cy="121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525" b="1">
                  <a:solidFill>
                    <a:srgbClr val="384F61"/>
                  </a:solidFill>
                  <a:latin typeface="Georgia"/>
                </a:rPr>
                <a:t>README.md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Containerization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129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Multi-stage Docker, security hardening, health probes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2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Bicep/Terraform, repeatable environments, DRY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018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Build, Test, Scan, Publish, Deploy, Validate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764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OIDC, Key Vault, approvals, audit, 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Secrets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383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Managed identities, secret rotation, zero hardcoded secrets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Jira &amp; Azure 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875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Migration waves, work tracking, traceability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SRE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621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App Insights, Log Analytics, alerts, dashboards, SLOs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25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Blue/Green, rollback, smoke tests, recovery objectives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3772" y="1671904"/>
            <a:ext cx="7597239" cy="398594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1677583" y="3581149"/>
            <a:ext cx="5347962" cy="6389"/>
          </a:xfrm>
          <a:custGeom>
            <a:avLst/>
            <a:gdLst/>
            <a:ahLst/>
            <a:cxnLst/>
            <a:rect l="0" t="0" r="0" b="0"/>
            <a:pathLst>
              <a:path w="7130616" h="8519">
                <a:moveTo>
                  <a:pt x="485597" y="0"/>
                </a:moveTo>
                <a:lnTo>
                  <a:pt x="0" y="0"/>
                </a:lnTo>
                <a:moveTo>
                  <a:pt x="997013" y="0"/>
                </a:moveTo>
                <a:lnTo>
                  <a:pt x="536462" y="0"/>
                </a:lnTo>
                <a:moveTo>
                  <a:pt x="1507908" y="0"/>
                </a:moveTo>
                <a:lnTo>
                  <a:pt x="1047868" y="0"/>
                </a:lnTo>
                <a:moveTo>
                  <a:pt x="2019063" y="0"/>
                </a:moveTo>
                <a:lnTo>
                  <a:pt x="1558768" y="0"/>
                </a:lnTo>
                <a:moveTo>
                  <a:pt x="2530218" y="0"/>
                </a:moveTo>
                <a:lnTo>
                  <a:pt x="2069925" y="0"/>
                </a:lnTo>
                <a:moveTo>
                  <a:pt x="3041634" y="0"/>
                </a:moveTo>
                <a:lnTo>
                  <a:pt x="2581079" y="0"/>
                </a:lnTo>
                <a:moveTo>
                  <a:pt x="3552783" y="0"/>
                </a:moveTo>
                <a:lnTo>
                  <a:pt x="3092489" y="0"/>
                </a:lnTo>
                <a:moveTo>
                  <a:pt x="4063684" y="0"/>
                </a:moveTo>
                <a:lnTo>
                  <a:pt x="3603644" y="0"/>
                </a:lnTo>
                <a:moveTo>
                  <a:pt x="4575092" y="0"/>
                </a:moveTo>
                <a:lnTo>
                  <a:pt x="4114630" y="0"/>
                </a:lnTo>
                <a:moveTo>
                  <a:pt x="5086249" y="0"/>
                </a:moveTo>
                <a:lnTo>
                  <a:pt x="4625955" y="0"/>
                </a:lnTo>
                <a:moveTo>
                  <a:pt x="5597410" y="0"/>
                </a:moveTo>
                <a:lnTo>
                  <a:pt x="5137110" y="0"/>
                </a:lnTo>
                <a:moveTo>
                  <a:pt x="5648265" y="0"/>
                </a:moveTo>
                <a:lnTo>
                  <a:pt x="6108305" y="0"/>
                </a:lnTo>
                <a:moveTo>
                  <a:pt x="6159421" y="0"/>
                </a:moveTo>
                <a:lnTo>
                  <a:pt x="6619460" y="0"/>
                </a:lnTo>
                <a:moveTo>
                  <a:pt x="6670576" y="0"/>
                </a:moveTo>
                <a:lnTo>
                  <a:pt x="7130616" y="0"/>
                </a:lnTo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6" name="Group 5"/>
          <p:cNvGrpSpPr/>
          <p:nvPr/>
        </p:nvGrpSpPr>
        <p:grpSpPr>
          <a:xfrm>
            <a:off x="7057494" y="3522365"/>
            <a:ext cx="350780" cy="117566"/>
            <a:chOff x="7428790" y="2467282"/>
            <a:chExt cx="467707" cy="156754"/>
          </a:xfrm>
        </p:grpSpPr>
        <p:sp>
          <p:nvSpPr>
            <p:cNvPr id="4" name="Rounded Rectangle 3"/>
            <p:cNvSpPr/>
            <p:nvPr/>
          </p:nvSpPr>
          <p:spPr>
            <a:xfrm>
              <a:off x="7428790" y="2545659"/>
              <a:ext cx="461488" cy="8519"/>
            </a:xfrm>
            <a:custGeom>
              <a:avLst/>
              <a:gdLst/>
              <a:ahLst/>
              <a:cxnLst/>
              <a:rect l="0" t="0" r="0" b="0"/>
              <a:pathLst>
                <a:path w="461488" h="8519">
                  <a:moveTo>
                    <a:pt x="461488" y="0"/>
                  </a:moveTo>
                  <a:lnTo>
                    <a:pt x="0" y="0"/>
                  </a:lnTo>
                </a:path>
              </a:pathLst>
            </a:custGeom>
            <a:noFill/>
            <a:ln w="2555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818120" y="2467282"/>
              <a:ext cx="78377" cy="156754"/>
            </a:xfrm>
            <a:custGeom>
              <a:avLst/>
              <a:gdLst/>
              <a:ahLst/>
              <a:cxnLst/>
              <a:rect l="0" t="0" r="0" b="0"/>
              <a:pathLst>
                <a:path w="78377" h="156754">
                  <a:moveTo>
                    <a:pt x="0" y="156754"/>
                  </a:moveTo>
                  <a:lnTo>
                    <a:pt x="78377" y="78377"/>
                  </a:lnTo>
                  <a:lnTo>
                    <a:pt x="0" y="0"/>
                  </a:lnTo>
                </a:path>
              </a:pathLst>
            </a:custGeom>
            <a:noFill/>
            <a:ln w="25557">
              <a:solidFill>
                <a:srgbClr val="384F61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2041783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3" y="51115"/>
                  <a:pt x="0" y="39673"/>
                  <a:pt x="0" y="25557"/>
                </a:cubicBezTo>
                <a:cubicBezTo>
                  <a:pt x="0" y="11442"/>
                  <a:pt x="11443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ounded Rectangle 7"/>
          <p:cNvSpPr/>
          <p:nvPr/>
        </p:nvSpPr>
        <p:spPr>
          <a:xfrm>
            <a:off x="2425149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ounded Rectangle 8"/>
          <p:cNvSpPr/>
          <p:nvPr/>
        </p:nvSpPr>
        <p:spPr>
          <a:xfrm>
            <a:off x="2808515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ounded Rectangle 9"/>
          <p:cNvSpPr/>
          <p:nvPr/>
        </p:nvSpPr>
        <p:spPr>
          <a:xfrm>
            <a:off x="3958615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ounded Rectangle 10"/>
          <p:cNvSpPr/>
          <p:nvPr/>
        </p:nvSpPr>
        <p:spPr>
          <a:xfrm>
            <a:off x="3575248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ounded Rectangle 11"/>
          <p:cNvSpPr/>
          <p:nvPr/>
        </p:nvSpPr>
        <p:spPr>
          <a:xfrm>
            <a:off x="4341981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3" y="51115"/>
                  <a:pt x="0" y="39673"/>
                  <a:pt x="0" y="25557"/>
                </a:cubicBezTo>
                <a:cubicBezTo>
                  <a:pt x="0" y="11442"/>
                  <a:pt x="11443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ounded Rectangle 12"/>
          <p:cNvSpPr/>
          <p:nvPr/>
        </p:nvSpPr>
        <p:spPr>
          <a:xfrm>
            <a:off x="3191882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ounded Rectangle 13"/>
          <p:cNvSpPr/>
          <p:nvPr/>
        </p:nvSpPr>
        <p:spPr>
          <a:xfrm>
            <a:off x="4725348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ounded Rectangle 14"/>
          <p:cNvSpPr/>
          <p:nvPr/>
        </p:nvSpPr>
        <p:spPr>
          <a:xfrm>
            <a:off x="5108714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ounded Rectangle 15"/>
          <p:cNvSpPr/>
          <p:nvPr/>
        </p:nvSpPr>
        <p:spPr>
          <a:xfrm>
            <a:off x="5492080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ounded Rectangle 16"/>
          <p:cNvSpPr/>
          <p:nvPr/>
        </p:nvSpPr>
        <p:spPr>
          <a:xfrm>
            <a:off x="5875447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3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3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ounded Rectangle 17"/>
          <p:cNvSpPr/>
          <p:nvPr/>
        </p:nvSpPr>
        <p:spPr>
          <a:xfrm>
            <a:off x="6258814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ounded Rectangle 18"/>
          <p:cNvSpPr/>
          <p:nvPr/>
        </p:nvSpPr>
        <p:spPr>
          <a:xfrm>
            <a:off x="6642180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ounded Rectangle 19"/>
          <p:cNvSpPr/>
          <p:nvPr/>
        </p:nvSpPr>
        <p:spPr>
          <a:xfrm>
            <a:off x="7025546" y="3561982"/>
            <a:ext cx="38336" cy="38336"/>
          </a:xfrm>
          <a:custGeom>
            <a:avLst/>
            <a:gdLst/>
            <a:ahLst/>
            <a:cxnLst/>
            <a:rect l="0" t="0" r="0" b="0"/>
            <a:pathLst>
              <a:path w="51115" h="51115">
                <a:moveTo>
                  <a:pt x="51115" y="25557"/>
                </a:moveTo>
                <a:cubicBezTo>
                  <a:pt x="51115" y="39673"/>
                  <a:pt x="39672" y="51115"/>
                  <a:pt x="25557" y="51115"/>
                </a:cubicBezTo>
                <a:cubicBezTo>
                  <a:pt x="11442" y="51115"/>
                  <a:pt x="0" y="39673"/>
                  <a:pt x="0" y="25557"/>
                </a:cubicBezTo>
                <a:cubicBezTo>
                  <a:pt x="0" y="11442"/>
                  <a:pt x="11442" y="0"/>
                  <a:pt x="25557" y="0"/>
                </a:cubicBezTo>
                <a:cubicBezTo>
                  <a:pt x="39672" y="0"/>
                  <a:pt x="51115" y="11442"/>
                  <a:pt x="51115" y="25557"/>
                </a:cubicBezTo>
                <a:close/>
              </a:path>
            </a:pathLst>
          </a:custGeom>
          <a:noFill/>
          <a:ln w="25557">
            <a:solidFill>
              <a:srgbClr val="384F61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ounded Rectangle 20"/>
          <p:cNvSpPr/>
          <p:nvPr/>
        </p:nvSpPr>
        <p:spPr>
          <a:xfrm>
            <a:off x="6929692" y="3657527"/>
            <a:ext cx="229649" cy="235821"/>
          </a:xfrm>
          <a:custGeom>
            <a:avLst/>
            <a:gdLst/>
            <a:ahLst/>
            <a:cxnLst/>
            <a:rect l="0" t="0" r="0" b="0"/>
            <a:pathLst>
              <a:path w="306199" h="314428">
                <a:moveTo>
                  <a:pt x="163331" y="145815"/>
                </a:moveTo>
                <a:cubicBezTo>
                  <a:pt x="160920" y="142765"/>
                  <a:pt x="157248" y="140976"/>
                  <a:pt x="153363" y="140959"/>
                </a:cubicBezTo>
                <a:lnTo>
                  <a:pt x="83079" y="140959"/>
                </a:lnTo>
                <a:cubicBezTo>
                  <a:pt x="76025" y="140959"/>
                  <a:pt x="70300" y="146684"/>
                  <a:pt x="70300" y="153738"/>
                </a:cubicBezTo>
                <a:cubicBezTo>
                  <a:pt x="70300" y="160792"/>
                  <a:pt x="76025" y="166517"/>
                  <a:pt x="83079" y="166517"/>
                </a:cubicBezTo>
                <a:lnTo>
                  <a:pt x="146974" y="166517"/>
                </a:lnTo>
                <a:lnTo>
                  <a:pt x="184032" y="212776"/>
                </a:lnTo>
                <a:cubicBezTo>
                  <a:pt x="186443" y="215826"/>
                  <a:pt x="190115" y="217615"/>
                  <a:pt x="194000" y="217632"/>
                </a:cubicBezTo>
                <a:cubicBezTo>
                  <a:pt x="196879" y="217615"/>
                  <a:pt x="199674" y="216627"/>
                  <a:pt x="201923" y="214821"/>
                </a:cubicBezTo>
                <a:cubicBezTo>
                  <a:pt x="207401" y="210434"/>
                  <a:pt x="208321" y="202443"/>
                  <a:pt x="203967" y="196931"/>
                </a:cubicBezTo>
                <a:lnTo>
                  <a:pt x="163331" y="145815"/>
                </a:lnTo>
                <a:moveTo>
                  <a:pt x="16118" y="120896"/>
                </a:moveTo>
                <a:cubicBezTo>
                  <a:pt x="17430" y="121373"/>
                  <a:pt x="18810" y="121629"/>
                  <a:pt x="20207" y="121663"/>
                </a:cubicBezTo>
                <a:cubicBezTo>
                  <a:pt x="25736" y="121663"/>
                  <a:pt x="30635" y="118102"/>
                  <a:pt x="32347" y="112846"/>
                </a:cubicBezTo>
                <a:cubicBezTo>
                  <a:pt x="37586" y="97383"/>
                  <a:pt x="45739" y="83071"/>
                  <a:pt x="56371" y="70675"/>
                </a:cubicBezTo>
                <a:cubicBezTo>
                  <a:pt x="60955" y="65308"/>
                  <a:pt x="60324" y="57249"/>
                  <a:pt x="54966" y="52657"/>
                </a:cubicBezTo>
                <a:cubicBezTo>
                  <a:pt x="49599" y="48074"/>
                  <a:pt x="41539" y="48704"/>
                  <a:pt x="36948" y="54063"/>
                </a:cubicBezTo>
                <a:cubicBezTo>
                  <a:pt x="24160" y="69091"/>
                  <a:pt x="14406" y="86444"/>
                  <a:pt x="8195" y="105178"/>
                </a:cubicBezTo>
                <a:cubicBezTo>
                  <a:pt x="6236" y="111695"/>
                  <a:pt x="9711" y="118605"/>
                  <a:pt x="16118" y="120896"/>
                </a:cubicBezTo>
                <a:moveTo>
                  <a:pt x="93302" y="39495"/>
                </a:moveTo>
                <a:cubicBezTo>
                  <a:pt x="95168" y="39614"/>
                  <a:pt x="97034" y="39358"/>
                  <a:pt x="98797" y="38728"/>
                </a:cubicBezTo>
                <a:cubicBezTo>
                  <a:pt x="113510" y="31495"/>
                  <a:pt x="129475" y="27150"/>
                  <a:pt x="145824" y="25949"/>
                </a:cubicBezTo>
                <a:cubicBezTo>
                  <a:pt x="152878" y="25557"/>
                  <a:pt x="158287" y="19526"/>
                  <a:pt x="157895" y="12463"/>
                </a:cubicBezTo>
                <a:cubicBezTo>
                  <a:pt x="157512" y="5409"/>
                  <a:pt x="151472" y="0"/>
                  <a:pt x="144418" y="391"/>
                </a:cubicBezTo>
                <a:cubicBezTo>
                  <a:pt x="124815" y="1695"/>
                  <a:pt x="105647" y="6721"/>
                  <a:pt x="87935" y="15215"/>
                </a:cubicBezTo>
                <a:cubicBezTo>
                  <a:pt x="82611" y="17796"/>
                  <a:pt x="79748" y="23692"/>
                  <a:pt x="81026" y="29476"/>
                </a:cubicBezTo>
                <a:cubicBezTo>
                  <a:pt x="82304" y="35252"/>
                  <a:pt x="87381" y="39401"/>
                  <a:pt x="93302" y="39495"/>
                </a:cubicBezTo>
                <a:moveTo>
                  <a:pt x="198600" y="34383"/>
                </a:moveTo>
                <a:cubicBezTo>
                  <a:pt x="213850" y="40219"/>
                  <a:pt x="227855" y="48892"/>
                  <a:pt x="239876" y="59941"/>
                </a:cubicBezTo>
                <a:cubicBezTo>
                  <a:pt x="242253" y="62105"/>
                  <a:pt x="245354" y="63289"/>
                  <a:pt x="248566" y="63263"/>
                </a:cubicBezTo>
                <a:cubicBezTo>
                  <a:pt x="252110" y="63255"/>
                  <a:pt x="255483" y="61773"/>
                  <a:pt x="257894" y="59174"/>
                </a:cubicBezTo>
                <a:cubicBezTo>
                  <a:pt x="262674" y="54020"/>
                  <a:pt x="262393" y="45961"/>
                  <a:pt x="257255" y="41156"/>
                </a:cubicBezTo>
                <a:cubicBezTo>
                  <a:pt x="242841" y="27857"/>
                  <a:pt x="226007" y="17447"/>
                  <a:pt x="207673" y="10487"/>
                </a:cubicBezTo>
                <a:cubicBezTo>
                  <a:pt x="201071" y="7982"/>
                  <a:pt x="193693" y="11296"/>
                  <a:pt x="191189" y="17898"/>
                </a:cubicBezTo>
                <a:cubicBezTo>
                  <a:pt x="188684" y="24501"/>
                  <a:pt x="191998" y="31879"/>
                  <a:pt x="198600" y="34383"/>
                </a:cubicBezTo>
                <a:moveTo>
                  <a:pt x="293931" y="93422"/>
                </a:moveTo>
                <a:cubicBezTo>
                  <a:pt x="291171" y="86930"/>
                  <a:pt x="283682" y="83906"/>
                  <a:pt x="277190" y="86649"/>
                </a:cubicBezTo>
                <a:cubicBezTo>
                  <a:pt x="270699" y="89409"/>
                  <a:pt x="267674" y="96898"/>
                  <a:pt x="270418" y="103389"/>
                </a:cubicBezTo>
                <a:cubicBezTo>
                  <a:pt x="276867" y="118426"/>
                  <a:pt x="280343" y="134570"/>
                  <a:pt x="280641" y="150927"/>
                </a:cubicBezTo>
                <a:cubicBezTo>
                  <a:pt x="280641" y="157981"/>
                  <a:pt x="286366" y="163705"/>
                  <a:pt x="293420" y="163705"/>
                </a:cubicBezTo>
                <a:cubicBezTo>
                  <a:pt x="300474" y="163705"/>
                  <a:pt x="306199" y="157981"/>
                  <a:pt x="306199" y="150927"/>
                </a:cubicBezTo>
                <a:cubicBezTo>
                  <a:pt x="305883" y="131145"/>
                  <a:pt x="301709" y="111610"/>
                  <a:pt x="293931" y="93422"/>
                </a:cubicBezTo>
                <a:moveTo>
                  <a:pt x="287669" y="196547"/>
                </a:moveTo>
                <a:cubicBezTo>
                  <a:pt x="281177" y="193898"/>
                  <a:pt x="273766" y="196982"/>
                  <a:pt x="271057" y="203448"/>
                </a:cubicBezTo>
                <a:cubicBezTo>
                  <a:pt x="266635" y="214020"/>
                  <a:pt x="260740" y="223920"/>
                  <a:pt x="253550" y="232839"/>
                </a:cubicBezTo>
                <a:cubicBezTo>
                  <a:pt x="243241" y="228068"/>
                  <a:pt x="231016" y="230675"/>
                  <a:pt x="223553" y="239237"/>
                </a:cubicBezTo>
                <a:cubicBezTo>
                  <a:pt x="216090" y="247799"/>
                  <a:pt x="215170" y="260263"/>
                  <a:pt x="221296" y="269821"/>
                </a:cubicBezTo>
                <a:cubicBezTo>
                  <a:pt x="227430" y="279388"/>
                  <a:pt x="239135" y="283759"/>
                  <a:pt x="250031" y="280556"/>
                </a:cubicBezTo>
                <a:cubicBezTo>
                  <a:pt x="260927" y="277344"/>
                  <a:pt x="268399" y="267325"/>
                  <a:pt x="268373" y="255969"/>
                </a:cubicBezTo>
                <a:cubicBezTo>
                  <a:pt x="268373" y="255969"/>
                  <a:pt x="268373" y="255330"/>
                  <a:pt x="268373" y="254947"/>
                </a:cubicBezTo>
                <a:cubicBezTo>
                  <a:pt x="279397" y="242594"/>
                  <a:pt x="288334" y="228520"/>
                  <a:pt x="294825" y="213288"/>
                </a:cubicBezTo>
                <a:cubicBezTo>
                  <a:pt x="296120" y="210118"/>
                  <a:pt x="296095" y="206566"/>
                  <a:pt x="294749" y="203422"/>
                </a:cubicBezTo>
                <a:cubicBezTo>
                  <a:pt x="293403" y="200270"/>
                  <a:pt x="290855" y="197800"/>
                  <a:pt x="287669" y="196547"/>
                </a:cubicBezTo>
                <a:moveTo>
                  <a:pt x="188249" y="276671"/>
                </a:moveTo>
                <a:cubicBezTo>
                  <a:pt x="149717" y="287610"/>
                  <a:pt x="108279" y="279840"/>
                  <a:pt x="76315" y="255688"/>
                </a:cubicBezTo>
                <a:cubicBezTo>
                  <a:pt x="44359" y="231536"/>
                  <a:pt x="25574" y="193796"/>
                  <a:pt x="25574" y="153738"/>
                </a:cubicBezTo>
                <a:cubicBezTo>
                  <a:pt x="25574" y="146684"/>
                  <a:pt x="19849" y="140959"/>
                  <a:pt x="12795" y="140959"/>
                </a:cubicBezTo>
                <a:cubicBezTo>
                  <a:pt x="5741" y="140959"/>
                  <a:pt x="17" y="146684"/>
                  <a:pt x="17" y="153738"/>
                </a:cubicBezTo>
                <a:cubicBezTo>
                  <a:pt x="0" y="201804"/>
                  <a:pt x="22524" y="247100"/>
                  <a:pt x="60853" y="276092"/>
                </a:cubicBezTo>
                <a:cubicBezTo>
                  <a:pt x="99189" y="305091"/>
                  <a:pt x="148908" y="314428"/>
                  <a:pt x="195150" y="301334"/>
                </a:cubicBezTo>
                <a:cubicBezTo>
                  <a:pt x="201957" y="299426"/>
                  <a:pt x="205935" y="292363"/>
                  <a:pt x="204036" y="285548"/>
                </a:cubicBezTo>
                <a:cubicBezTo>
                  <a:pt x="202127" y="278741"/>
                  <a:pt x="195056" y="274763"/>
                  <a:pt x="188249" y="27667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ounded Rectangle 21"/>
          <p:cNvSpPr/>
          <p:nvPr/>
        </p:nvSpPr>
        <p:spPr>
          <a:xfrm>
            <a:off x="1945941" y="3274456"/>
            <a:ext cx="230020" cy="230020"/>
          </a:xfrm>
          <a:custGeom>
            <a:avLst/>
            <a:gdLst/>
            <a:ahLst/>
            <a:cxnLst/>
            <a:rect l="0" t="0" r="0" b="0"/>
            <a:pathLst>
              <a:path w="306693" h="306693">
                <a:moveTo>
                  <a:pt x="118588" y="51115"/>
                </a:moveTo>
                <a:cubicBezTo>
                  <a:pt x="119516" y="51311"/>
                  <a:pt x="120470" y="51311"/>
                  <a:pt x="121399" y="51115"/>
                </a:cubicBezTo>
                <a:cubicBezTo>
                  <a:pt x="122788" y="51141"/>
                  <a:pt x="124142" y="50689"/>
                  <a:pt x="125233" y="49837"/>
                </a:cubicBezTo>
                <a:lnTo>
                  <a:pt x="150790" y="30669"/>
                </a:lnTo>
                <a:cubicBezTo>
                  <a:pt x="152435" y="29493"/>
                  <a:pt x="153389" y="27576"/>
                  <a:pt x="153346" y="25557"/>
                </a:cubicBezTo>
                <a:cubicBezTo>
                  <a:pt x="153389" y="23538"/>
                  <a:pt x="152435" y="21621"/>
                  <a:pt x="150790" y="20446"/>
                </a:cubicBezTo>
                <a:lnTo>
                  <a:pt x="125233" y="1277"/>
                </a:lnTo>
                <a:cubicBezTo>
                  <a:pt x="123188" y="59"/>
                  <a:pt x="120632" y="59"/>
                  <a:pt x="118588" y="1277"/>
                </a:cubicBezTo>
                <a:cubicBezTo>
                  <a:pt x="116603" y="2266"/>
                  <a:pt x="115256" y="4191"/>
                  <a:pt x="115009" y="6389"/>
                </a:cubicBezTo>
                <a:lnTo>
                  <a:pt x="115009" y="9584"/>
                </a:lnTo>
                <a:cubicBezTo>
                  <a:pt x="115009" y="11347"/>
                  <a:pt x="113578" y="12778"/>
                  <a:pt x="111815" y="12778"/>
                </a:cubicBezTo>
                <a:lnTo>
                  <a:pt x="89452" y="12778"/>
                </a:lnTo>
                <a:cubicBezTo>
                  <a:pt x="68281" y="12778"/>
                  <a:pt x="51115" y="29945"/>
                  <a:pt x="51115" y="51115"/>
                </a:cubicBezTo>
                <a:lnTo>
                  <a:pt x="51115" y="70283"/>
                </a:lnTo>
                <a:cubicBezTo>
                  <a:pt x="51115" y="72047"/>
                  <a:pt x="49684" y="73478"/>
                  <a:pt x="47920" y="73478"/>
                </a:cubicBezTo>
                <a:lnTo>
                  <a:pt x="44726" y="73478"/>
                </a:lnTo>
                <a:cubicBezTo>
                  <a:pt x="42306" y="73478"/>
                  <a:pt x="40091" y="74850"/>
                  <a:pt x="39009" y="77014"/>
                </a:cubicBezTo>
                <a:cubicBezTo>
                  <a:pt x="37927" y="79177"/>
                  <a:pt x="38166" y="81767"/>
                  <a:pt x="39614" y="83701"/>
                </a:cubicBezTo>
                <a:lnTo>
                  <a:pt x="58782" y="109259"/>
                </a:lnTo>
                <a:cubicBezTo>
                  <a:pt x="59992" y="110869"/>
                  <a:pt x="61883" y="111815"/>
                  <a:pt x="63894" y="111815"/>
                </a:cubicBezTo>
                <a:cubicBezTo>
                  <a:pt x="65904" y="111815"/>
                  <a:pt x="67796" y="110869"/>
                  <a:pt x="69005" y="109259"/>
                </a:cubicBezTo>
                <a:lnTo>
                  <a:pt x="88174" y="83701"/>
                </a:lnTo>
                <a:cubicBezTo>
                  <a:pt x="89622" y="81767"/>
                  <a:pt x="89861" y="79177"/>
                  <a:pt x="88779" y="77014"/>
                </a:cubicBezTo>
                <a:cubicBezTo>
                  <a:pt x="87697" y="74850"/>
                  <a:pt x="85482" y="73478"/>
                  <a:pt x="83062" y="73478"/>
                </a:cubicBezTo>
                <a:lnTo>
                  <a:pt x="79868" y="73478"/>
                </a:lnTo>
                <a:cubicBezTo>
                  <a:pt x="78104" y="73478"/>
                  <a:pt x="76673" y="72047"/>
                  <a:pt x="76673" y="70283"/>
                </a:cubicBezTo>
                <a:lnTo>
                  <a:pt x="76673" y="51115"/>
                </a:lnTo>
                <a:cubicBezTo>
                  <a:pt x="76673" y="44061"/>
                  <a:pt x="82398" y="38336"/>
                  <a:pt x="89452" y="38336"/>
                </a:cubicBezTo>
                <a:lnTo>
                  <a:pt x="111815" y="38336"/>
                </a:lnTo>
                <a:cubicBezTo>
                  <a:pt x="113578" y="38336"/>
                  <a:pt x="115009" y="39767"/>
                  <a:pt x="115009" y="41531"/>
                </a:cubicBezTo>
                <a:lnTo>
                  <a:pt x="115009" y="44726"/>
                </a:lnTo>
                <a:cubicBezTo>
                  <a:pt x="114779" y="47384"/>
                  <a:pt x="116194" y="49922"/>
                  <a:pt x="118588" y="51115"/>
                </a:cubicBezTo>
                <a:moveTo>
                  <a:pt x="25557" y="178904"/>
                </a:moveTo>
                <a:lnTo>
                  <a:pt x="102231" y="178904"/>
                </a:lnTo>
                <a:cubicBezTo>
                  <a:pt x="116347" y="178904"/>
                  <a:pt x="127788" y="167462"/>
                  <a:pt x="127788" y="153346"/>
                </a:cubicBezTo>
                <a:cubicBezTo>
                  <a:pt x="127788" y="139230"/>
                  <a:pt x="116347" y="127788"/>
                  <a:pt x="102231" y="127788"/>
                </a:cubicBezTo>
                <a:lnTo>
                  <a:pt x="25557" y="127788"/>
                </a:lnTo>
                <a:cubicBezTo>
                  <a:pt x="11441" y="127788"/>
                  <a:pt x="0" y="139230"/>
                  <a:pt x="0" y="153346"/>
                </a:cubicBezTo>
                <a:cubicBezTo>
                  <a:pt x="0" y="167462"/>
                  <a:pt x="11441" y="178904"/>
                  <a:pt x="25557" y="178904"/>
                </a:cubicBezTo>
                <a:moveTo>
                  <a:pt x="51115" y="153346"/>
                </a:moveTo>
                <a:cubicBezTo>
                  <a:pt x="51115" y="160400"/>
                  <a:pt x="45390" y="166125"/>
                  <a:pt x="38336" y="166125"/>
                </a:cubicBezTo>
                <a:cubicBezTo>
                  <a:pt x="31282" y="166125"/>
                  <a:pt x="25557" y="160400"/>
                  <a:pt x="25557" y="153346"/>
                </a:cubicBezTo>
                <a:cubicBezTo>
                  <a:pt x="25557" y="146292"/>
                  <a:pt x="31282" y="140567"/>
                  <a:pt x="38336" y="140567"/>
                </a:cubicBezTo>
                <a:cubicBezTo>
                  <a:pt x="45390" y="140567"/>
                  <a:pt x="51115" y="146292"/>
                  <a:pt x="51115" y="153346"/>
                </a:cubicBezTo>
                <a:moveTo>
                  <a:pt x="25557" y="242798"/>
                </a:moveTo>
                <a:lnTo>
                  <a:pt x="102231" y="242798"/>
                </a:lnTo>
                <a:cubicBezTo>
                  <a:pt x="116347" y="242798"/>
                  <a:pt x="127788" y="231357"/>
                  <a:pt x="127788" y="217240"/>
                </a:cubicBezTo>
                <a:cubicBezTo>
                  <a:pt x="127788" y="203124"/>
                  <a:pt x="116347" y="191683"/>
                  <a:pt x="102231" y="191683"/>
                </a:cubicBezTo>
                <a:lnTo>
                  <a:pt x="25557" y="191683"/>
                </a:lnTo>
                <a:cubicBezTo>
                  <a:pt x="11441" y="191683"/>
                  <a:pt x="0" y="203124"/>
                  <a:pt x="0" y="217240"/>
                </a:cubicBezTo>
                <a:cubicBezTo>
                  <a:pt x="0" y="231357"/>
                  <a:pt x="11441" y="242798"/>
                  <a:pt x="25557" y="242798"/>
                </a:cubicBezTo>
                <a:moveTo>
                  <a:pt x="51115" y="217240"/>
                </a:moveTo>
                <a:cubicBezTo>
                  <a:pt x="51115" y="224294"/>
                  <a:pt x="45390" y="230019"/>
                  <a:pt x="38336" y="230019"/>
                </a:cubicBezTo>
                <a:cubicBezTo>
                  <a:pt x="31282" y="230019"/>
                  <a:pt x="25557" y="224294"/>
                  <a:pt x="25557" y="217240"/>
                </a:cubicBezTo>
                <a:cubicBezTo>
                  <a:pt x="25557" y="210187"/>
                  <a:pt x="31282" y="204462"/>
                  <a:pt x="38336" y="204462"/>
                </a:cubicBezTo>
                <a:cubicBezTo>
                  <a:pt x="45390" y="204462"/>
                  <a:pt x="51115" y="210187"/>
                  <a:pt x="51115" y="217240"/>
                </a:cubicBezTo>
                <a:moveTo>
                  <a:pt x="25557" y="306693"/>
                </a:moveTo>
                <a:lnTo>
                  <a:pt x="102231" y="306693"/>
                </a:lnTo>
                <a:cubicBezTo>
                  <a:pt x="116347" y="306693"/>
                  <a:pt x="127788" y="295251"/>
                  <a:pt x="127788" y="281135"/>
                </a:cubicBezTo>
                <a:cubicBezTo>
                  <a:pt x="127788" y="267018"/>
                  <a:pt x="116347" y="255577"/>
                  <a:pt x="102231" y="255577"/>
                </a:cubicBezTo>
                <a:lnTo>
                  <a:pt x="25557" y="255577"/>
                </a:lnTo>
                <a:cubicBezTo>
                  <a:pt x="11441" y="255577"/>
                  <a:pt x="0" y="267018"/>
                  <a:pt x="0" y="281135"/>
                </a:cubicBezTo>
                <a:cubicBezTo>
                  <a:pt x="0" y="295251"/>
                  <a:pt x="11441" y="306693"/>
                  <a:pt x="25557" y="306693"/>
                </a:cubicBezTo>
                <a:moveTo>
                  <a:pt x="51115" y="281135"/>
                </a:moveTo>
                <a:cubicBezTo>
                  <a:pt x="51115" y="288189"/>
                  <a:pt x="45390" y="293914"/>
                  <a:pt x="38336" y="293914"/>
                </a:cubicBezTo>
                <a:cubicBezTo>
                  <a:pt x="31282" y="293914"/>
                  <a:pt x="25557" y="288189"/>
                  <a:pt x="25557" y="281135"/>
                </a:cubicBezTo>
                <a:cubicBezTo>
                  <a:pt x="25557" y="274081"/>
                  <a:pt x="31282" y="268356"/>
                  <a:pt x="38336" y="268356"/>
                </a:cubicBezTo>
                <a:cubicBezTo>
                  <a:pt x="45390" y="268356"/>
                  <a:pt x="51115" y="274081"/>
                  <a:pt x="51115" y="281135"/>
                </a:cubicBezTo>
                <a:moveTo>
                  <a:pt x="281135" y="0"/>
                </a:moveTo>
                <a:lnTo>
                  <a:pt x="204462" y="0"/>
                </a:lnTo>
                <a:cubicBezTo>
                  <a:pt x="190345" y="0"/>
                  <a:pt x="178904" y="11441"/>
                  <a:pt x="178904" y="25557"/>
                </a:cubicBezTo>
                <a:cubicBezTo>
                  <a:pt x="178904" y="39674"/>
                  <a:pt x="190345" y="51115"/>
                  <a:pt x="204462" y="51115"/>
                </a:cubicBezTo>
                <a:lnTo>
                  <a:pt x="281135" y="51115"/>
                </a:lnTo>
                <a:cubicBezTo>
                  <a:pt x="295251" y="51115"/>
                  <a:pt x="306693" y="39674"/>
                  <a:pt x="306693" y="25557"/>
                </a:cubicBezTo>
                <a:cubicBezTo>
                  <a:pt x="306693" y="11441"/>
                  <a:pt x="295251" y="0"/>
                  <a:pt x="281135" y="0"/>
                </a:cubicBezTo>
                <a:moveTo>
                  <a:pt x="204462" y="25557"/>
                </a:moveTo>
                <a:cubicBezTo>
                  <a:pt x="204462" y="18503"/>
                  <a:pt x="210187" y="12778"/>
                  <a:pt x="217240" y="12778"/>
                </a:cubicBezTo>
                <a:cubicBezTo>
                  <a:pt x="224294" y="12778"/>
                  <a:pt x="230019" y="18503"/>
                  <a:pt x="230019" y="25557"/>
                </a:cubicBezTo>
                <a:cubicBezTo>
                  <a:pt x="230019" y="32611"/>
                  <a:pt x="224294" y="38336"/>
                  <a:pt x="217240" y="38336"/>
                </a:cubicBezTo>
                <a:cubicBezTo>
                  <a:pt x="210187" y="38336"/>
                  <a:pt x="204462" y="32611"/>
                  <a:pt x="204462" y="25557"/>
                </a:cubicBezTo>
                <a:moveTo>
                  <a:pt x="281135" y="63894"/>
                </a:moveTo>
                <a:lnTo>
                  <a:pt x="204462" y="63894"/>
                </a:lnTo>
                <a:cubicBezTo>
                  <a:pt x="190345" y="63894"/>
                  <a:pt x="178904" y="75335"/>
                  <a:pt x="178904" y="89452"/>
                </a:cubicBezTo>
                <a:cubicBezTo>
                  <a:pt x="178904" y="103568"/>
                  <a:pt x="190345" y="115009"/>
                  <a:pt x="204462" y="115009"/>
                </a:cubicBezTo>
                <a:lnTo>
                  <a:pt x="281135" y="115009"/>
                </a:lnTo>
                <a:cubicBezTo>
                  <a:pt x="295251" y="115009"/>
                  <a:pt x="306693" y="103568"/>
                  <a:pt x="306693" y="89452"/>
                </a:cubicBezTo>
                <a:cubicBezTo>
                  <a:pt x="306693" y="75335"/>
                  <a:pt x="295251" y="63894"/>
                  <a:pt x="281135" y="63894"/>
                </a:cubicBezTo>
                <a:moveTo>
                  <a:pt x="204462" y="89452"/>
                </a:moveTo>
                <a:cubicBezTo>
                  <a:pt x="204462" y="82398"/>
                  <a:pt x="210187" y="76673"/>
                  <a:pt x="217240" y="76673"/>
                </a:cubicBezTo>
                <a:cubicBezTo>
                  <a:pt x="224294" y="76673"/>
                  <a:pt x="230019" y="82398"/>
                  <a:pt x="230019" y="89452"/>
                </a:cubicBezTo>
                <a:cubicBezTo>
                  <a:pt x="230019" y="96506"/>
                  <a:pt x="224294" y="102231"/>
                  <a:pt x="217240" y="102231"/>
                </a:cubicBezTo>
                <a:cubicBezTo>
                  <a:pt x="210187" y="102231"/>
                  <a:pt x="204462" y="96506"/>
                  <a:pt x="204462" y="89452"/>
                </a:cubicBezTo>
                <a:moveTo>
                  <a:pt x="281135" y="127788"/>
                </a:moveTo>
                <a:lnTo>
                  <a:pt x="204462" y="127788"/>
                </a:lnTo>
                <a:cubicBezTo>
                  <a:pt x="190345" y="127788"/>
                  <a:pt x="178904" y="139230"/>
                  <a:pt x="178904" y="153346"/>
                </a:cubicBezTo>
                <a:cubicBezTo>
                  <a:pt x="178904" y="167462"/>
                  <a:pt x="190345" y="178904"/>
                  <a:pt x="204462" y="178904"/>
                </a:cubicBezTo>
                <a:lnTo>
                  <a:pt x="281135" y="178904"/>
                </a:lnTo>
                <a:cubicBezTo>
                  <a:pt x="295251" y="178904"/>
                  <a:pt x="306693" y="167462"/>
                  <a:pt x="306693" y="153346"/>
                </a:cubicBezTo>
                <a:cubicBezTo>
                  <a:pt x="306693" y="139230"/>
                  <a:pt x="295251" y="127788"/>
                  <a:pt x="281135" y="127788"/>
                </a:cubicBezTo>
                <a:moveTo>
                  <a:pt x="204462" y="153346"/>
                </a:moveTo>
                <a:cubicBezTo>
                  <a:pt x="204462" y="146292"/>
                  <a:pt x="210187" y="140567"/>
                  <a:pt x="217240" y="140567"/>
                </a:cubicBezTo>
                <a:cubicBezTo>
                  <a:pt x="224294" y="140567"/>
                  <a:pt x="230019" y="146292"/>
                  <a:pt x="230019" y="153346"/>
                </a:cubicBezTo>
                <a:cubicBezTo>
                  <a:pt x="230019" y="160400"/>
                  <a:pt x="224294" y="166125"/>
                  <a:pt x="217240" y="166125"/>
                </a:cubicBezTo>
                <a:cubicBezTo>
                  <a:pt x="210187" y="166125"/>
                  <a:pt x="204462" y="160400"/>
                  <a:pt x="204462" y="153346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ounded Rectangle 22"/>
          <p:cNvSpPr/>
          <p:nvPr/>
        </p:nvSpPr>
        <p:spPr>
          <a:xfrm>
            <a:off x="2710219" y="3273030"/>
            <a:ext cx="232473" cy="231444"/>
          </a:xfrm>
          <a:custGeom>
            <a:avLst/>
            <a:gdLst/>
            <a:ahLst/>
            <a:cxnLst/>
            <a:rect l="0" t="0" r="0" b="0"/>
            <a:pathLst>
              <a:path w="309964" h="308592">
                <a:moveTo>
                  <a:pt x="3271" y="37041"/>
                </a:moveTo>
                <a:cubicBezTo>
                  <a:pt x="3279" y="19313"/>
                  <a:pt x="16484" y="4370"/>
                  <a:pt x="34077" y="2180"/>
                </a:cubicBezTo>
                <a:cubicBezTo>
                  <a:pt x="51660" y="0"/>
                  <a:pt x="68128" y="11253"/>
                  <a:pt x="72481" y="28437"/>
                </a:cubicBezTo>
                <a:cubicBezTo>
                  <a:pt x="76826" y="45612"/>
                  <a:pt x="67702" y="63349"/>
                  <a:pt x="51192" y="69789"/>
                </a:cubicBezTo>
                <a:lnTo>
                  <a:pt x="51192" y="112914"/>
                </a:lnTo>
                <a:cubicBezTo>
                  <a:pt x="64686" y="118170"/>
                  <a:pt x="73572" y="131179"/>
                  <a:pt x="73572" y="145662"/>
                </a:cubicBezTo>
                <a:cubicBezTo>
                  <a:pt x="73572" y="160144"/>
                  <a:pt x="64686" y="173153"/>
                  <a:pt x="51192" y="178410"/>
                </a:cubicBezTo>
                <a:lnTo>
                  <a:pt x="51192" y="227924"/>
                </a:lnTo>
                <a:cubicBezTo>
                  <a:pt x="53202" y="228716"/>
                  <a:pt x="55102" y="229670"/>
                  <a:pt x="56900" y="230786"/>
                </a:cubicBezTo>
                <a:cubicBezTo>
                  <a:pt x="65231" y="216934"/>
                  <a:pt x="78521" y="206779"/>
                  <a:pt x="94061" y="202374"/>
                </a:cubicBezTo>
                <a:lnTo>
                  <a:pt x="125744" y="193429"/>
                </a:lnTo>
                <a:cubicBezTo>
                  <a:pt x="136819" y="190286"/>
                  <a:pt x="145883" y="182303"/>
                  <a:pt x="150407" y="171722"/>
                </a:cubicBezTo>
                <a:cubicBezTo>
                  <a:pt x="139017" y="167071"/>
                  <a:pt x="130881" y="156796"/>
                  <a:pt x="128964" y="144639"/>
                </a:cubicBezTo>
                <a:cubicBezTo>
                  <a:pt x="127047" y="132482"/>
                  <a:pt x="131631" y="120215"/>
                  <a:pt x="141036" y="112283"/>
                </a:cubicBezTo>
                <a:lnTo>
                  <a:pt x="127729" y="98380"/>
                </a:lnTo>
                <a:lnTo>
                  <a:pt x="117880" y="108535"/>
                </a:lnTo>
                <a:cubicBezTo>
                  <a:pt x="114268" y="112283"/>
                  <a:pt x="108739" y="113459"/>
                  <a:pt x="103909" y="111508"/>
                </a:cubicBezTo>
                <a:cubicBezTo>
                  <a:pt x="99078" y="109549"/>
                  <a:pt x="95918" y="104863"/>
                  <a:pt x="95918" y="99658"/>
                </a:cubicBezTo>
                <a:lnTo>
                  <a:pt x="95918" y="60043"/>
                </a:lnTo>
                <a:cubicBezTo>
                  <a:pt x="95918" y="52989"/>
                  <a:pt x="101643" y="47264"/>
                  <a:pt x="108697" y="47264"/>
                </a:cubicBezTo>
                <a:lnTo>
                  <a:pt x="147033" y="47264"/>
                </a:lnTo>
                <a:cubicBezTo>
                  <a:pt x="152162" y="47264"/>
                  <a:pt x="156796" y="50331"/>
                  <a:pt x="158798" y="55051"/>
                </a:cubicBezTo>
                <a:cubicBezTo>
                  <a:pt x="160800" y="59771"/>
                  <a:pt x="159787" y="65240"/>
                  <a:pt x="156217" y="68929"/>
                </a:cubicBezTo>
                <a:lnTo>
                  <a:pt x="145500" y="79995"/>
                </a:lnTo>
                <a:lnTo>
                  <a:pt x="168885" y="104394"/>
                </a:lnTo>
                <a:cubicBezTo>
                  <a:pt x="184484" y="106720"/>
                  <a:pt x="196632" y="119150"/>
                  <a:pt x="198592" y="134800"/>
                </a:cubicBezTo>
                <a:cubicBezTo>
                  <a:pt x="200543" y="150450"/>
                  <a:pt x="191836" y="165486"/>
                  <a:pt x="177285" y="171577"/>
                </a:cubicBezTo>
                <a:cubicBezTo>
                  <a:pt x="171918" y="193974"/>
                  <a:pt x="154888" y="211729"/>
                  <a:pt x="132738" y="218016"/>
                </a:cubicBezTo>
                <a:lnTo>
                  <a:pt x="101055" y="226961"/>
                </a:lnTo>
                <a:cubicBezTo>
                  <a:pt x="86027" y="231221"/>
                  <a:pt x="75122" y="244221"/>
                  <a:pt x="73546" y="259769"/>
                </a:cubicBezTo>
                <a:lnTo>
                  <a:pt x="73546" y="260672"/>
                </a:lnTo>
                <a:cubicBezTo>
                  <a:pt x="73546" y="278400"/>
                  <a:pt x="60341" y="293343"/>
                  <a:pt x="42749" y="295532"/>
                </a:cubicBezTo>
                <a:cubicBezTo>
                  <a:pt x="25165" y="297713"/>
                  <a:pt x="8698" y="286459"/>
                  <a:pt x="4344" y="269276"/>
                </a:cubicBezTo>
                <a:cubicBezTo>
                  <a:pt x="0" y="252101"/>
                  <a:pt x="9124" y="234364"/>
                  <a:pt x="25634" y="227924"/>
                </a:cubicBezTo>
                <a:lnTo>
                  <a:pt x="25634" y="178401"/>
                </a:lnTo>
                <a:cubicBezTo>
                  <a:pt x="12139" y="173145"/>
                  <a:pt x="3245" y="160144"/>
                  <a:pt x="3245" y="145653"/>
                </a:cubicBezTo>
                <a:cubicBezTo>
                  <a:pt x="3245" y="131170"/>
                  <a:pt x="12139" y="118170"/>
                  <a:pt x="25634" y="112914"/>
                </a:cubicBezTo>
                <a:lnTo>
                  <a:pt x="25634" y="69789"/>
                </a:lnTo>
                <a:cubicBezTo>
                  <a:pt x="12148" y="64524"/>
                  <a:pt x="3271" y="51524"/>
                  <a:pt x="3271" y="37041"/>
                </a:cubicBezTo>
                <a:moveTo>
                  <a:pt x="137926" y="236468"/>
                </a:moveTo>
                <a:lnTo>
                  <a:pt x="124670" y="240208"/>
                </a:lnTo>
                <a:lnTo>
                  <a:pt x="124670" y="273451"/>
                </a:lnTo>
                <a:cubicBezTo>
                  <a:pt x="124713" y="292840"/>
                  <a:pt x="140422" y="308550"/>
                  <a:pt x="159812" y="308592"/>
                </a:cubicBezTo>
                <a:lnTo>
                  <a:pt x="274822" y="308592"/>
                </a:lnTo>
                <a:cubicBezTo>
                  <a:pt x="294212" y="308550"/>
                  <a:pt x="309921" y="292840"/>
                  <a:pt x="309964" y="273451"/>
                </a:cubicBezTo>
                <a:lnTo>
                  <a:pt x="309964" y="120104"/>
                </a:lnTo>
                <a:cubicBezTo>
                  <a:pt x="309921" y="100714"/>
                  <a:pt x="294212" y="85005"/>
                  <a:pt x="274822" y="84962"/>
                </a:cubicBezTo>
                <a:lnTo>
                  <a:pt x="177396" y="84962"/>
                </a:lnTo>
                <a:cubicBezTo>
                  <a:pt x="177779" y="85601"/>
                  <a:pt x="178120" y="86240"/>
                  <a:pt x="178452" y="86887"/>
                </a:cubicBezTo>
                <a:cubicBezTo>
                  <a:pt x="198941" y="92698"/>
                  <a:pt x="214139" y="109932"/>
                  <a:pt x="217351" y="130975"/>
                </a:cubicBezTo>
                <a:cubicBezTo>
                  <a:pt x="220554" y="152026"/>
                  <a:pt x="211175" y="173000"/>
                  <a:pt x="193361" y="184646"/>
                </a:cubicBezTo>
                <a:cubicBezTo>
                  <a:pt x="184356" y="209854"/>
                  <a:pt x="163731" y="229150"/>
                  <a:pt x="137986" y="236460"/>
                </a:cubicBezTo>
                <a:moveTo>
                  <a:pt x="196803" y="243667"/>
                </a:moveTo>
                <a:lnTo>
                  <a:pt x="186264" y="256838"/>
                </a:lnTo>
                <a:lnTo>
                  <a:pt x="196803" y="270017"/>
                </a:lnTo>
                <a:cubicBezTo>
                  <a:pt x="199963" y="274149"/>
                  <a:pt x="199248" y="280053"/>
                  <a:pt x="195184" y="283307"/>
                </a:cubicBezTo>
                <a:cubicBezTo>
                  <a:pt x="191120" y="286562"/>
                  <a:pt x="185208" y="285982"/>
                  <a:pt x="181860" y="282004"/>
                </a:cubicBezTo>
                <a:lnTo>
                  <a:pt x="166525" y="262836"/>
                </a:lnTo>
                <a:cubicBezTo>
                  <a:pt x="163714" y="259326"/>
                  <a:pt x="163714" y="254350"/>
                  <a:pt x="166517" y="250849"/>
                </a:cubicBezTo>
                <a:lnTo>
                  <a:pt x="181860" y="231681"/>
                </a:lnTo>
                <a:cubicBezTo>
                  <a:pt x="183964" y="228912"/>
                  <a:pt x="187406" y="227506"/>
                  <a:pt x="190848" y="228009"/>
                </a:cubicBezTo>
                <a:cubicBezTo>
                  <a:pt x="194290" y="228511"/>
                  <a:pt x="197195" y="230837"/>
                  <a:pt x="198430" y="234083"/>
                </a:cubicBezTo>
                <a:cubicBezTo>
                  <a:pt x="199665" y="237337"/>
                  <a:pt x="199043" y="241001"/>
                  <a:pt x="196803" y="243667"/>
                </a:cubicBezTo>
                <a:moveTo>
                  <a:pt x="253345" y="230428"/>
                </a:moveTo>
                <a:cubicBezTo>
                  <a:pt x="257341" y="226961"/>
                  <a:pt x="263398" y="227395"/>
                  <a:pt x="266865" y="231391"/>
                </a:cubicBezTo>
                <a:lnTo>
                  <a:pt x="283469" y="250559"/>
                </a:lnTo>
                <a:cubicBezTo>
                  <a:pt x="286596" y="254163"/>
                  <a:pt x="286596" y="259513"/>
                  <a:pt x="283469" y="263108"/>
                </a:cubicBezTo>
                <a:lnTo>
                  <a:pt x="266865" y="282276"/>
                </a:lnTo>
                <a:cubicBezTo>
                  <a:pt x="263398" y="286281"/>
                  <a:pt x="257341" y="286715"/>
                  <a:pt x="253345" y="283256"/>
                </a:cubicBezTo>
                <a:cubicBezTo>
                  <a:pt x="249341" y="279789"/>
                  <a:pt x="248907" y="273732"/>
                  <a:pt x="252374" y="269728"/>
                </a:cubicBezTo>
                <a:lnTo>
                  <a:pt x="263534" y="256838"/>
                </a:lnTo>
                <a:lnTo>
                  <a:pt x="252374" y="243940"/>
                </a:lnTo>
                <a:cubicBezTo>
                  <a:pt x="248907" y="239944"/>
                  <a:pt x="249341" y="233887"/>
                  <a:pt x="253345" y="230428"/>
                </a:cubicBezTo>
                <a:moveTo>
                  <a:pt x="240890" y="224209"/>
                </a:moveTo>
                <a:lnTo>
                  <a:pt x="228120" y="288112"/>
                </a:lnTo>
                <a:cubicBezTo>
                  <a:pt x="227549" y="291562"/>
                  <a:pt x="225138" y="294433"/>
                  <a:pt x="221832" y="295592"/>
                </a:cubicBezTo>
                <a:cubicBezTo>
                  <a:pt x="218527" y="296759"/>
                  <a:pt x="214855" y="296018"/>
                  <a:pt x="212248" y="293675"/>
                </a:cubicBezTo>
                <a:cubicBezTo>
                  <a:pt x="209641" y="291332"/>
                  <a:pt x="208525" y="287763"/>
                  <a:pt x="209335" y="284355"/>
                </a:cubicBezTo>
                <a:lnTo>
                  <a:pt x="222114" y="220461"/>
                </a:lnTo>
                <a:cubicBezTo>
                  <a:pt x="222676" y="217002"/>
                  <a:pt x="225087" y="214131"/>
                  <a:pt x="228392" y="212972"/>
                </a:cubicBezTo>
                <a:cubicBezTo>
                  <a:pt x="231698" y="211805"/>
                  <a:pt x="235369" y="212546"/>
                  <a:pt x="237976" y="214889"/>
                </a:cubicBezTo>
                <a:cubicBezTo>
                  <a:pt x="240583" y="217232"/>
                  <a:pt x="241699" y="220802"/>
                  <a:pt x="240890" y="224209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ounded Rectangle 23"/>
          <p:cNvSpPr/>
          <p:nvPr/>
        </p:nvSpPr>
        <p:spPr>
          <a:xfrm>
            <a:off x="3479317" y="3288831"/>
            <a:ext cx="230537" cy="201267"/>
          </a:xfrm>
          <a:custGeom>
            <a:avLst/>
            <a:gdLst/>
            <a:ahLst/>
            <a:cxnLst/>
            <a:rect l="0" t="0" r="0" b="0"/>
            <a:pathLst>
              <a:path w="307383" h="268356">
                <a:moveTo>
                  <a:pt x="19159" y="70283"/>
                </a:moveTo>
                <a:lnTo>
                  <a:pt x="57496" y="70283"/>
                </a:lnTo>
                <a:cubicBezTo>
                  <a:pt x="57496" y="70283"/>
                  <a:pt x="63885" y="70283"/>
                  <a:pt x="63885" y="76673"/>
                </a:cubicBezTo>
                <a:lnTo>
                  <a:pt x="63885" y="115009"/>
                </a:lnTo>
                <a:cubicBezTo>
                  <a:pt x="63885" y="115009"/>
                  <a:pt x="63885" y="121399"/>
                  <a:pt x="57496" y="121399"/>
                </a:cubicBezTo>
                <a:lnTo>
                  <a:pt x="19159" y="121399"/>
                </a:lnTo>
                <a:cubicBezTo>
                  <a:pt x="19159" y="121399"/>
                  <a:pt x="12770" y="121399"/>
                  <a:pt x="12770" y="115009"/>
                </a:cubicBezTo>
                <a:lnTo>
                  <a:pt x="12770" y="76673"/>
                </a:lnTo>
                <a:cubicBezTo>
                  <a:pt x="12770" y="76673"/>
                  <a:pt x="12770" y="70283"/>
                  <a:pt x="19159" y="70283"/>
                </a:cubicBezTo>
                <a:moveTo>
                  <a:pt x="83054" y="70283"/>
                </a:moveTo>
                <a:lnTo>
                  <a:pt x="121390" y="70283"/>
                </a:lnTo>
                <a:cubicBezTo>
                  <a:pt x="121390" y="70283"/>
                  <a:pt x="127780" y="70283"/>
                  <a:pt x="127780" y="76673"/>
                </a:cubicBezTo>
                <a:lnTo>
                  <a:pt x="127780" y="115009"/>
                </a:lnTo>
                <a:cubicBezTo>
                  <a:pt x="127780" y="115009"/>
                  <a:pt x="127780" y="121399"/>
                  <a:pt x="121390" y="121399"/>
                </a:cubicBezTo>
                <a:lnTo>
                  <a:pt x="83054" y="121399"/>
                </a:lnTo>
                <a:cubicBezTo>
                  <a:pt x="83054" y="121399"/>
                  <a:pt x="76664" y="121399"/>
                  <a:pt x="76664" y="115009"/>
                </a:cubicBezTo>
                <a:lnTo>
                  <a:pt x="76664" y="76673"/>
                </a:lnTo>
                <a:cubicBezTo>
                  <a:pt x="76664" y="76673"/>
                  <a:pt x="76664" y="70283"/>
                  <a:pt x="83054" y="70283"/>
                </a:cubicBezTo>
                <a:moveTo>
                  <a:pt x="146948" y="70283"/>
                </a:moveTo>
                <a:lnTo>
                  <a:pt x="185285" y="70283"/>
                </a:lnTo>
                <a:cubicBezTo>
                  <a:pt x="185285" y="70283"/>
                  <a:pt x="191674" y="70283"/>
                  <a:pt x="191674" y="76673"/>
                </a:cubicBezTo>
                <a:lnTo>
                  <a:pt x="191674" y="115009"/>
                </a:lnTo>
                <a:cubicBezTo>
                  <a:pt x="191674" y="115009"/>
                  <a:pt x="191674" y="121399"/>
                  <a:pt x="185285" y="121399"/>
                </a:cubicBezTo>
                <a:lnTo>
                  <a:pt x="146948" y="121399"/>
                </a:lnTo>
                <a:cubicBezTo>
                  <a:pt x="146948" y="121399"/>
                  <a:pt x="140559" y="121399"/>
                  <a:pt x="140559" y="115009"/>
                </a:cubicBezTo>
                <a:lnTo>
                  <a:pt x="140559" y="76673"/>
                </a:lnTo>
                <a:cubicBezTo>
                  <a:pt x="140559" y="76673"/>
                  <a:pt x="140559" y="70283"/>
                  <a:pt x="146948" y="70283"/>
                </a:cubicBezTo>
                <a:moveTo>
                  <a:pt x="83054" y="0"/>
                </a:moveTo>
                <a:lnTo>
                  <a:pt x="121390" y="0"/>
                </a:lnTo>
                <a:cubicBezTo>
                  <a:pt x="121390" y="0"/>
                  <a:pt x="127780" y="0"/>
                  <a:pt x="127780" y="6389"/>
                </a:cubicBezTo>
                <a:lnTo>
                  <a:pt x="127780" y="44726"/>
                </a:lnTo>
                <a:cubicBezTo>
                  <a:pt x="127780" y="44726"/>
                  <a:pt x="127780" y="51115"/>
                  <a:pt x="121390" y="51115"/>
                </a:cubicBezTo>
                <a:lnTo>
                  <a:pt x="83054" y="51115"/>
                </a:lnTo>
                <a:cubicBezTo>
                  <a:pt x="83054" y="51115"/>
                  <a:pt x="76664" y="51115"/>
                  <a:pt x="76664" y="44726"/>
                </a:cubicBezTo>
                <a:lnTo>
                  <a:pt x="76664" y="6389"/>
                </a:lnTo>
                <a:cubicBezTo>
                  <a:pt x="76664" y="6389"/>
                  <a:pt x="76664" y="0"/>
                  <a:pt x="83054" y="0"/>
                </a:cubicBezTo>
                <a:moveTo>
                  <a:pt x="306812" y="118588"/>
                </a:moveTo>
                <a:cubicBezTo>
                  <a:pt x="298378" y="102793"/>
                  <a:pt x="280121" y="94938"/>
                  <a:pt x="262853" y="99675"/>
                </a:cubicBezTo>
                <a:cubicBezTo>
                  <a:pt x="261915" y="80847"/>
                  <a:pt x="250006" y="64337"/>
                  <a:pt x="232439" y="57504"/>
                </a:cubicBezTo>
                <a:cubicBezTo>
                  <a:pt x="229815" y="56431"/>
                  <a:pt x="226799" y="57206"/>
                  <a:pt x="225027" y="59421"/>
                </a:cubicBezTo>
                <a:cubicBezTo>
                  <a:pt x="212052" y="76247"/>
                  <a:pt x="211388" y="99513"/>
                  <a:pt x="223366" y="117054"/>
                </a:cubicBezTo>
                <a:cubicBezTo>
                  <a:pt x="224610" y="123631"/>
                  <a:pt x="223425" y="130446"/>
                  <a:pt x="220043" y="136222"/>
                </a:cubicBezTo>
                <a:cubicBezTo>
                  <a:pt x="217539" y="138966"/>
                  <a:pt x="213901" y="140388"/>
                  <a:pt x="210204" y="140056"/>
                </a:cubicBezTo>
                <a:lnTo>
                  <a:pt x="12898" y="140056"/>
                </a:lnTo>
                <a:cubicBezTo>
                  <a:pt x="9422" y="140073"/>
                  <a:pt x="6099" y="141496"/>
                  <a:pt x="3697" y="144017"/>
                </a:cubicBezTo>
                <a:cubicBezTo>
                  <a:pt x="1286" y="146514"/>
                  <a:pt x="0" y="149879"/>
                  <a:pt x="119" y="153346"/>
                </a:cubicBezTo>
                <a:cubicBezTo>
                  <a:pt x="3058" y="221841"/>
                  <a:pt x="49190" y="268356"/>
                  <a:pt x="115129" y="268356"/>
                </a:cubicBezTo>
                <a:cubicBezTo>
                  <a:pt x="181068" y="268356"/>
                  <a:pt x="255696" y="217240"/>
                  <a:pt x="261830" y="149129"/>
                </a:cubicBezTo>
                <a:cubicBezTo>
                  <a:pt x="280956" y="152724"/>
                  <a:pt x="299860" y="141888"/>
                  <a:pt x="306429" y="123571"/>
                </a:cubicBezTo>
                <a:cubicBezTo>
                  <a:pt x="307246" y="122038"/>
                  <a:pt x="307383" y="120232"/>
                  <a:pt x="306812" y="118588"/>
                </a:cubicBezTo>
                <a:moveTo>
                  <a:pt x="89571" y="204462"/>
                </a:moveTo>
                <a:cubicBezTo>
                  <a:pt x="82517" y="204462"/>
                  <a:pt x="76792" y="198737"/>
                  <a:pt x="76792" y="191683"/>
                </a:cubicBezTo>
                <a:cubicBezTo>
                  <a:pt x="76792" y="184629"/>
                  <a:pt x="82517" y="178904"/>
                  <a:pt x="89571" y="178904"/>
                </a:cubicBezTo>
                <a:cubicBezTo>
                  <a:pt x="96625" y="178904"/>
                  <a:pt x="102350" y="184629"/>
                  <a:pt x="102350" y="191683"/>
                </a:cubicBezTo>
                <a:cubicBezTo>
                  <a:pt x="102350" y="198737"/>
                  <a:pt x="96625" y="204462"/>
                  <a:pt x="89571" y="20446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ounded Rectangle 24"/>
          <p:cNvSpPr/>
          <p:nvPr/>
        </p:nvSpPr>
        <p:spPr>
          <a:xfrm>
            <a:off x="4246318" y="3274456"/>
            <a:ext cx="229777" cy="230026"/>
          </a:xfrm>
          <a:custGeom>
            <a:avLst/>
            <a:gdLst/>
            <a:ahLst/>
            <a:cxnLst/>
            <a:rect l="0" t="0" r="0" b="0"/>
            <a:pathLst>
              <a:path w="306369" h="306701">
                <a:moveTo>
                  <a:pt x="280896" y="113732"/>
                </a:moveTo>
                <a:cubicBezTo>
                  <a:pt x="280896" y="144401"/>
                  <a:pt x="256616" y="168681"/>
                  <a:pt x="225947" y="168681"/>
                </a:cubicBezTo>
                <a:lnTo>
                  <a:pt x="112215" y="168681"/>
                </a:lnTo>
                <a:cubicBezTo>
                  <a:pt x="66211" y="168681"/>
                  <a:pt x="27875" y="131622"/>
                  <a:pt x="27875" y="84340"/>
                </a:cubicBezTo>
                <a:cubicBezTo>
                  <a:pt x="27875" y="38336"/>
                  <a:pt x="64933" y="0"/>
                  <a:pt x="112215" y="0"/>
                </a:cubicBezTo>
                <a:cubicBezTo>
                  <a:pt x="153108" y="0"/>
                  <a:pt x="187611" y="29391"/>
                  <a:pt x="195278" y="69005"/>
                </a:cubicBezTo>
                <a:cubicBezTo>
                  <a:pt x="204223" y="62616"/>
                  <a:pt x="214446" y="58782"/>
                  <a:pt x="225947" y="58782"/>
                </a:cubicBezTo>
                <a:cubicBezTo>
                  <a:pt x="256616" y="58782"/>
                  <a:pt x="280896" y="83062"/>
                  <a:pt x="280896" y="113732"/>
                </a:cubicBezTo>
                <a:moveTo>
                  <a:pt x="56601" y="235284"/>
                </a:moveTo>
                <a:lnTo>
                  <a:pt x="119533" y="187849"/>
                </a:lnTo>
                <a:lnTo>
                  <a:pt x="186682" y="187849"/>
                </a:lnTo>
                <a:lnTo>
                  <a:pt x="249614" y="235284"/>
                </a:lnTo>
                <a:cubicBezTo>
                  <a:pt x="263977" y="226382"/>
                  <a:pt x="282651" y="228972"/>
                  <a:pt x="294050" y="241444"/>
                </a:cubicBezTo>
                <a:cubicBezTo>
                  <a:pt x="305457" y="253916"/>
                  <a:pt x="306369" y="272735"/>
                  <a:pt x="296223" y="286255"/>
                </a:cubicBezTo>
                <a:cubicBezTo>
                  <a:pt x="286076" y="299775"/>
                  <a:pt x="267751" y="304154"/>
                  <a:pt x="252587" y="296683"/>
                </a:cubicBezTo>
                <a:cubicBezTo>
                  <a:pt x="237431" y="289211"/>
                  <a:pt x="229730" y="272011"/>
                  <a:pt x="234270" y="255730"/>
                </a:cubicBezTo>
                <a:lnTo>
                  <a:pt x="165886" y="204163"/>
                </a:lnTo>
                <a:lnTo>
                  <a:pt x="165886" y="238803"/>
                </a:lnTo>
                <a:cubicBezTo>
                  <a:pt x="181639" y="244945"/>
                  <a:pt x="190780" y="261430"/>
                  <a:pt x="187653" y="278051"/>
                </a:cubicBezTo>
                <a:cubicBezTo>
                  <a:pt x="184527" y="294663"/>
                  <a:pt x="170018" y="306701"/>
                  <a:pt x="153108" y="306701"/>
                </a:cubicBezTo>
                <a:cubicBezTo>
                  <a:pt x="136197" y="306701"/>
                  <a:pt x="121689" y="294663"/>
                  <a:pt x="118562" y="278051"/>
                </a:cubicBezTo>
                <a:cubicBezTo>
                  <a:pt x="115435" y="261430"/>
                  <a:pt x="124577" y="244945"/>
                  <a:pt x="140329" y="238794"/>
                </a:cubicBezTo>
                <a:lnTo>
                  <a:pt x="140329" y="204163"/>
                </a:lnTo>
                <a:lnTo>
                  <a:pt x="71962" y="255705"/>
                </a:lnTo>
                <a:cubicBezTo>
                  <a:pt x="74909" y="266294"/>
                  <a:pt x="72737" y="277651"/>
                  <a:pt x="66092" y="286400"/>
                </a:cubicBezTo>
                <a:cubicBezTo>
                  <a:pt x="59447" y="295158"/>
                  <a:pt x="49087" y="300295"/>
                  <a:pt x="38098" y="300303"/>
                </a:cubicBezTo>
                <a:cubicBezTo>
                  <a:pt x="23189" y="300303"/>
                  <a:pt x="9907" y="290898"/>
                  <a:pt x="4958" y="276841"/>
                </a:cubicBezTo>
                <a:cubicBezTo>
                  <a:pt x="0" y="262776"/>
                  <a:pt x="4455" y="247126"/>
                  <a:pt x="16067" y="237780"/>
                </a:cubicBezTo>
                <a:cubicBezTo>
                  <a:pt x="27687" y="228435"/>
                  <a:pt x="43925" y="227438"/>
                  <a:pt x="56601" y="235284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ounded Rectangle 25"/>
          <p:cNvSpPr/>
          <p:nvPr/>
        </p:nvSpPr>
        <p:spPr>
          <a:xfrm>
            <a:off x="5029400" y="3275210"/>
            <a:ext cx="197874" cy="228109"/>
          </a:xfrm>
          <a:custGeom>
            <a:avLst/>
            <a:gdLst/>
            <a:ahLst/>
            <a:cxnLst/>
            <a:rect l="0" t="0" r="0" b="0"/>
            <a:pathLst>
              <a:path w="263832" h="304145">
                <a:moveTo>
                  <a:pt x="12778" y="17"/>
                </a:moveTo>
                <a:cubicBezTo>
                  <a:pt x="5724" y="17"/>
                  <a:pt x="0" y="5741"/>
                  <a:pt x="0" y="12795"/>
                </a:cubicBezTo>
                <a:lnTo>
                  <a:pt x="0" y="188599"/>
                </a:lnTo>
                <a:cubicBezTo>
                  <a:pt x="0" y="195653"/>
                  <a:pt x="5724" y="201378"/>
                  <a:pt x="12778" y="201378"/>
                </a:cubicBezTo>
                <a:lnTo>
                  <a:pt x="89154" y="201378"/>
                </a:lnTo>
                <a:cubicBezTo>
                  <a:pt x="96207" y="201378"/>
                  <a:pt x="101932" y="195653"/>
                  <a:pt x="101932" y="188599"/>
                </a:cubicBezTo>
                <a:lnTo>
                  <a:pt x="101932" y="12778"/>
                </a:lnTo>
                <a:cubicBezTo>
                  <a:pt x="101932" y="5724"/>
                  <a:pt x="96207" y="0"/>
                  <a:pt x="89154" y="0"/>
                </a:cubicBezTo>
                <a:lnTo>
                  <a:pt x="12778" y="0"/>
                </a:lnTo>
                <a:moveTo>
                  <a:pt x="25557" y="175820"/>
                </a:moveTo>
                <a:lnTo>
                  <a:pt x="25557" y="142757"/>
                </a:lnTo>
                <a:lnTo>
                  <a:pt x="76375" y="142757"/>
                </a:lnTo>
                <a:lnTo>
                  <a:pt x="76375" y="175803"/>
                </a:lnTo>
                <a:lnTo>
                  <a:pt x="25557" y="175803"/>
                </a:lnTo>
                <a:moveTo>
                  <a:pt x="25557" y="117199"/>
                </a:moveTo>
                <a:lnTo>
                  <a:pt x="25557" y="84161"/>
                </a:lnTo>
                <a:lnTo>
                  <a:pt x="76375" y="84161"/>
                </a:lnTo>
                <a:lnTo>
                  <a:pt x="76375" y="117216"/>
                </a:lnTo>
                <a:lnTo>
                  <a:pt x="25557" y="117216"/>
                </a:lnTo>
                <a:moveTo>
                  <a:pt x="76375" y="58603"/>
                </a:moveTo>
                <a:lnTo>
                  <a:pt x="25557" y="58603"/>
                </a:lnTo>
                <a:lnTo>
                  <a:pt x="25557" y="25557"/>
                </a:lnTo>
                <a:lnTo>
                  <a:pt x="76375" y="25557"/>
                </a:lnTo>
                <a:lnTo>
                  <a:pt x="76375" y="58603"/>
                </a:lnTo>
                <a:moveTo>
                  <a:pt x="174704" y="0"/>
                </a:moveTo>
                <a:cubicBezTo>
                  <a:pt x="167650" y="0"/>
                  <a:pt x="161925" y="5724"/>
                  <a:pt x="161925" y="12778"/>
                </a:cubicBezTo>
                <a:lnTo>
                  <a:pt x="161925" y="188599"/>
                </a:lnTo>
                <a:cubicBezTo>
                  <a:pt x="161925" y="195653"/>
                  <a:pt x="167650" y="201378"/>
                  <a:pt x="174704" y="201378"/>
                </a:cubicBezTo>
                <a:lnTo>
                  <a:pt x="251053" y="201378"/>
                </a:lnTo>
                <a:cubicBezTo>
                  <a:pt x="258116" y="201378"/>
                  <a:pt x="263832" y="195653"/>
                  <a:pt x="263832" y="188599"/>
                </a:cubicBezTo>
                <a:lnTo>
                  <a:pt x="263832" y="12778"/>
                </a:lnTo>
                <a:cubicBezTo>
                  <a:pt x="263832" y="5724"/>
                  <a:pt x="258116" y="0"/>
                  <a:pt x="251053" y="0"/>
                </a:cubicBezTo>
                <a:lnTo>
                  <a:pt x="174704" y="0"/>
                </a:lnTo>
                <a:moveTo>
                  <a:pt x="238275" y="117199"/>
                </a:moveTo>
                <a:lnTo>
                  <a:pt x="187483" y="117199"/>
                </a:lnTo>
                <a:lnTo>
                  <a:pt x="187483" y="84161"/>
                </a:lnTo>
                <a:lnTo>
                  <a:pt x="238275" y="84161"/>
                </a:lnTo>
                <a:lnTo>
                  <a:pt x="238275" y="117216"/>
                </a:lnTo>
                <a:moveTo>
                  <a:pt x="187483" y="142774"/>
                </a:moveTo>
                <a:lnTo>
                  <a:pt x="238275" y="142774"/>
                </a:lnTo>
                <a:lnTo>
                  <a:pt x="238275" y="175820"/>
                </a:lnTo>
                <a:lnTo>
                  <a:pt x="187483" y="175820"/>
                </a:lnTo>
                <a:lnTo>
                  <a:pt x="187483" y="142757"/>
                </a:lnTo>
                <a:moveTo>
                  <a:pt x="187483" y="58603"/>
                </a:moveTo>
                <a:lnTo>
                  <a:pt x="187483" y="25557"/>
                </a:lnTo>
                <a:lnTo>
                  <a:pt x="238275" y="25557"/>
                </a:lnTo>
                <a:lnTo>
                  <a:pt x="238275" y="58603"/>
                </a:lnTo>
                <a:lnTo>
                  <a:pt x="187483" y="58603"/>
                </a:lnTo>
                <a:moveTo>
                  <a:pt x="43797" y="219302"/>
                </a:moveTo>
                <a:cubicBezTo>
                  <a:pt x="46191" y="216900"/>
                  <a:pt x="49445" y="215554"/>
                  <a:pt x="52836" y="215554"/>
                </a:cubicBezTo>
                <a:cubicBezTo>
                  <a:pt x="56227" y="215554"/>
                  <a:pt x="59481" y="216900"/>
                  <a:pt x="61883" y="219302"/>
                </a:cubicBezTo>
                <a:lnTo>
                  <a:pt x="85022" y="242457"/>
                </a:lnTo>
                <a:cubicBezTo>
                  <a:pt x="88676" y="246112"/>
                  <a:pt x="89767" y="251607"/>
                  <a:pt x="87790" y="256378"/>
                </a:cubicBezTo>
                <a:cubicBezTo>
                  <a:pt x="85814" y="261157"/>
                  <a:pt x="81154" y="264267"/>
                  <a:pt x="75991" y="264275"/>
                </a:cubicBezTo>
                <a:lnTo>
                  <a:pt x="65623" y="264275"/>
                </a:lnTo>
                <a:lnTo>
                  <a:pt x="65623" y="266644"/>
                </a:lnTo>
                <a:cubicBezTo>
                  <a:pt x="65666" y="273229"/>
                  <a:pt x="70990" y="278545"/>
                  <a:pt x="77576" y="278588"/>
                </a:cubicBezTo>
                <a:lnTo>
                  <a:pt x="186324" y="278588"/>
                </a:lnTo>
                <a:cubicBezTo>
                  <a:pt x="192892" y="278537"/>
                  <a:pt x="198200" y="273221"/>
                  <a:pt x="198243" y="266644"/>
                </a:cubicBezTo>
                <a:lnTo>
                  <a:pt x="198243" y="238232"/>
                </a:lnTo>
                <a:cubicBezTo>
                  <a:pt x="198243" y="231169"/>
                  <a:pt x="203967" y="225453"/>
                  <a:pt x="211021" y="225453"/>
                </a:cubicBezTo>
                <a:cubicBezTo>
                  <a:pt x="218075" y="225453"/>
                  <a:pt x="223800" y="231169"/>
                  <a:pt x="223800" y="238232"/>
                </a:cubicBezTo>
                <a:lnTo>
                  <a:pt x="223800" y="266644"/>
                </a:lnTo>
                <a:cubicBezTo>
                  <a:pt x="223758" y="287337"/>
                  <a:pt x="207000" y="304103"/>
                  <a:pt x="186307" y="304145"/>
                </a:cubicBezTo>
                <a:lnTo>
                  <a:pt x="77559" y="304145"/>
                </a:lnTo>
                <a:cubicBezTo>
                  <a:pt x="56866" y="304103"/>
                  <a:pt x="40108" y="287337"/>
                  <a:pt x="40066" y="266644"/>
                </a:cubicBezTo>
                <a:lnTo>
                  <a:pt x="40066" y="264275"/>
                </a:lnTo>
                <a:lnTo>
                  <a:pt x="29698" y="264275"/>
                </a:lnTo>
                <a:cubicBezTo>
                  <a:pt x="24535" y="264267"/>
                  <a:pt x="19875" y="261157"/>
                  <a:pt x="17898" y="256378"/>
                </a:cubicBezTo>
                <a:cubicBezTo>
                  <a:pt x="15922" y="251607"/>
                  <a:pt x="17012" y="246112"/>
                  <a:pt x="20667" y="242457"/>
                </a:cubicBezTo>
                <a:lnTo>
                  <a:pt x="43806" y="219302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Rounded Rectangle 26"/>
          <p:cNvSpPr/>
          <p:nvPr/>
        </p:nvSpPr>
        <p:spPr>
          <a:xfrm>
            <a:off x="5779605" y="3274455"/>
            <a:ext cx="230020" cy="230211"/>
          </a:xfrm>
          <a:custGeom>
            <a:avLst/>
            <a:gdLst/>
            <a:ahLst/>
            <a:cxnLst/>
            <a:rect l="0" t="0" r="0" b="0"/>
            <a:pathLst>
              <a:path w="306693" h="306948">
                <a:moveTo>
                  <a:pt x="183376" y="264267"/>
                </a:moveTo>
                <a:cubicBezTo>
                  <a:pt x="182252" y="262929"/>
                  <a:pt x="180642" y="262103"/>
                  <a:pt x="178904" y="261967"/>
                </a:cubicBezTo>
                <a:lnTo>
                  <a:pt x="127788" y="261967"/>
                </a:lnTo>
                <a:cubicBezTo>
                  <a:pt x="125923" y="262035"/>
                  <a:pt x="124168" y="262861"/>
                  <a:pt x="122932" y="264267"/>
                </a:cubicBezTo>
                <a:lnTo>
                  <a:pt x="96097" y="296597"/>
                </a:lnTo>
                <a:cubicBezTo>
                  <a:pt x="94827" y="298633"/>
                  <a:pt x="94827" y="301206"/>
                  <a:pt x="96097" y="303242"/>
                </a:cubicBezTo>
                <a:cubicBezTo>
                  <a:pt x="97213" y="305568"/>
                  <a:pt x="99666" y="306948"/>
                  <a:pt x="102231" y="306693"/>
                </a:cubicBezTo>
                <a:lnTo>
                  <a:pt x="204462" y="306693"/>
                </a:lnTo>
                <a:cubicBezTo>
                  <a:pt x="206821" y="306616"/>
                  <a:pt x="208951" y="305278"/>
                  <a:pt x="210042" y="303183"/>
                </a:cubicBezTo>
                <a:cubicBezTo>
                  <a:pt x="211124" y="301087"/>
                  <a:pt x="210996" y="298565"/>
                  <a:pt x="209701" y="296597"/>
                </a:cubicBezTo>
                <a:lnTo>
                  <a:pt x="183376" y="264267"/>
                </a:lnTo>
                <a:moveTo>
                  <a:pt x="287524" y="0"/>
                </a:moveTo>
                <a:lnTo>
                  <a:pt x="19168" y="0"/>
                </a:lnTo>
                <a:cubicBezTo>
                  <a:pt x="8578" y="0"/>
                  <a:pt x="0" y="8578"/>
                  <a:pt x="0" y="19168"/>
                </a:cubicBezTo>
                <a:lnTo>
                  <a:pt x="0" y="223630"/>
                </a:lnTo>
                <a:cubicBezTo>
                  <a:pt x="0" y="234219"/>
                  <a:pt x="8578" y="242798"/>
                  <a:pt x="19168" y="242798"/>
                </a:cubicBezTo>
                <a:lnTo>
                  <a:pt x="287524" y="242798"/>
                </a:lnTo>
                <a:cubicBezTo>
                  <a:pt x="298114" y="242798"/>
                  <a:pt x="306693" y="234219"/>
                  <a:pt x="306693" y="223630"/>
                </a:cubicBezTo>
                <a:lnTo>
                  <a:pt x="306693" y="19168"/>
                </a:lnTo>
                <a:cubicBezTo>
                  <a:pt x="306693" y="8578"/>
                  <a:pt x="298114" y="0"/>
                  <a:pt x="287524" y="0"/>
                </a:cubicBezTo>
                <a:moveTo>
                  <a:pt x="281135" y="185293"/>
                </a:moveTo>
                <a:cubicBezTo>
                  <a:pt x="281135" y="188820"/>
                  <a:pt x="278272" y="191683"/>
                  <a:pt x="274745" y="191683"/>
                </a:cubicBezTo>
                <a:lnTo>
                  <a:pt x="31947" y="191683"/>
                </a:lnTo>
                <a:cubicBezTo>
                  <a:pt x="28420" y="191683"/>
                  <a:pt x="25557" y="188820"/>
                  <a:pt x="25557" y="185293"/>
                </a:cubicBezTo>
                <a:lnTo>
                  <a:pt x="25557" y="31947"/>
                </a:lnTo>
                <a:cubicBezTo>
                  <a:pt x="25557" y="28420"/>
                  <a:pt x="28420" y="25557"/>
                  <a:pt x="31947" y="25557"/>
                </a:cubicBezTo>
                <a:lnTo>
                  <a:pt x="274745" y="25557"/>
                </a:lnTo>
                <a:cubicBezTo>
                  <a:pt x="278272" y="25557"/>
                  <a:pt x="281135" y="28420"/>
                  <a:pt x="281135" y="31947"/>
                </a:cubicBezTo>
                <a:lnTo>
                  <a:pt x="281135" y="185293"/>
                </a:lnTo>
                <a:moveTo>
                  <a:pt x="127788" y="133411"/>
                </a:moveTo>
                <a:cubicBezTo>
                  <a:pt x="128282" y="132960"/>
                  <a:pt x="128708" y="132440"/>
                  <a:pt x="129066" y="131878"/>
                </a:cubicBezTo>
                <a:lnTo>
                  <a:pt x="163441" y="84212"/>
                </a:lnTo>
                <a:cubicBezTo>
                  <a:pt x="165452" y="81469"/>
                  <a:pt x="166278" y="78044"/>
                  <a:pt x="165750" y="74679"/>
                </a:cubicBezTo>
                <a:cubicBezTo>
                  <a:pt x="165222" y="71323"/>
                  <a:pt x="163382" y="68315"/>
                  <a:pt x="160630" y="66322"/>
                </a:cubicBezTo>
                <a:cubicBezTo>
                  <a:pt x="157870" y="64328"/>
                  <a:pt x="154428" y="63519"/>
                  <a:pt x="151071" y="64073"/>
                </a:cubicBezTo>
                <a:cubicBezTo>
                  <a:pt x="147715" y="64618"/>
                  <a:pt x="144716" y="66492"/>
                  <a:pt x="142740" y="69261"/>
                </a:cubicBezTo>
                <a:lnTo>
                  <a:pt x="117182" y="105042"/>
                </a:lnTo>
                <a:cubicBezTo>
                  <a:pt x="116185" y="106337"/>
                  <a:pt x="114396" y="106712"/>
                  <a:pt x="112965" y="105936"/>
                </a:cubicBezTo>
                <a:lnTo>
                  <a:pt x="93669" y="94308"/>
                </a:lnTo>
                <a:cubicBezTo>
                  <a:pt x="87935" y="90874"/>
                  <a:pt x="80532" y="92433"/>
                  <a:pt x="76673" y="97886"/>
                </a:cubicBezTo>
                <a:lnTo>
                  <a:pt x="47026" y="139545"/>
                </a:lnTo>
                <a:cubicBezTo>
                  <a:pt x="42937" y="145329"/>
                  <a:pt x="44308" y="153346"/>
                  <a:pt x="50093" y="157435"/>
                </a:cubicBezTo>
                <a:cubicBezTo>
                  <a:pt x="55877" y="161525"/>
                  <a:pt x="63894" y="160153"/>
                  <a:pt x="67983" y="154368"/>
                </a:cubicBezTo>
                <a:lnTo>
                  <a:pt x="89452" y="124721"/>
                </a:lnTo>
                <a:cubicBezTo>
                  <a:pt x="90372" y="123316"/>
                  <a:pt x="92255" y="122924"/>
                  <a:pt x="93669" y="123827"/>
                </a:cubicBezTo>
                <a:lnTo>
                  <a:pt x="112965" y="135328"/>
                </a:lnTo>
                <a:cubicBezTo>
                  <a:pt x="117804" y="137943"/>
                  <a:pt x="123776" y="137177"/>
                  <a:pt x="127788" y="133411"/>
                </a:cubicBezTo>
                <a:moveTo>
                  <a:pt x="191683" y="51115"/>
                </a:moveTo>
                <a:cubicBezTo>
                  <a:pt x="185293" y="51115"/>
                  <a:pt x="185293" y="57504"/>
                  <a:pt x="185293" y="57504"/>
                </a:cubicBezTo>
                <a:lnTo>
                  <a:pt x="185293" y="146957"/>
                </a:lnTo>
                <a:cubicBezTo>
                  <a:pt x="185293" y="153346"/>
                  <a:pt x="191683" y="153346"/>
                  <a:pt x="191683" y="153346"/>
                </a:cubicBezTo>
                <a:lnTo>
                  <a:pt x="204462" y="153346"/>
                </a:lnTo>
                <a:cubicBezTo>
                  <a:pt x="210851" y="153346"/>
                  <a:pt x="210851" y="146957"/>
                  <a:pt x="210851" y="146957"/>
                </a:cubicBezTo>
                <a:lnTo>
                  <a:pt x="210851" y="57504"/>
                </a:lnTo>
                <a:cubicBezTo>
                  <a:pt x="210851" y="51115"/>
                  <a:pt x="204462" y="51115"/>
                  <a:pt x="204462" y="51115"/>
                </a:cubicBezTo>
                <a:lnTo>
                  <a:pt x="191683" y="51115"/>
                </a:lnTo>
                <a:moveTo>
                  <a:pt x="236409" y="76673"/>
                </a:moveTo>
                <a:cubicBezTo>
                  <a:pt x="230019" y="76673"/>
                  <a:pt x="230019" y="83062"/>
                  <a:pt x="230019" y="83062"/>
                </a:cubicBezTo>
                <a:lnTo>
                  <a:pt x="230019" y="146957"/>
                </a:lnTo>
                <a:cubicBezTo>
                  <a:pt x="230019" y="153346"/>
                  <a:pt x="236409" y="153346"/>
                  <a:pt x="236409" y="153346"/>
                </a:cubicBezTo>
                <a:lnTo>
                  <a:pt x="249188" y="153346"/>
                </a:lnTo>
                <a:cubicBezTo>
                  <a:pt x="255577" y="153346"/>
                  <a:pt x="255577" y="146957"/>
                  <a:pt x="255577" y="146957"/>
                </a:cubicBezTo>
                <a:lnTo>
                  <a:pt x="255577" y="83062"/>
                </a:lnTo>
                <a:cubicBezTo>
                  <a:pt x="255577" y="76673"/>
                  <a:pt x="249188" y="76673"/>
                  <a:pt x="249188" y="76673"/>
                </a:cubicBezTo>
                <a:lnTo>
                  <a:pt x="236409" y="76673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Rounded Rectangle 27"/>
          <p:cNvSpPr/>
          <p:nvPr/>
        </p:nvSpPr>
        <p:spPr>
          <a:xfrm>
            <a:off x="6547487" y="3274360"/>
            <a:ext cx="228390" cy="230365"/>
          </a:xfrm>
          <a:custGeom>
            <a:avLst/>
            <a:gdLst/>
            <a:ahLst/>
            <a:cxnLst/>
            <a:rect l="0" t="0" r="0" b="0"/>
            <a:pathLst>
              <a:path w="304520" h="307153">
                <a:moveTo>
                  <a:pt x="164592" y="151940"/>
                </a:moveTo>
                <a:lnTo>
                  <a:pt x="139034" y="151940"/>
                </a:lnTo>
                <a:cubicBezTo>
                  <a:pt x="133811" y="151940"/>
                  <a:pt x="129577" y="156174"/>
                  <a:pt x="129577" y="161397"/>
                </a:cubicBezTo>
                <a:cubicBezTo>
                  <a:pt x="129577" y="166619"/>
                  <a:pt x="133811" y="170853"/>
                  <a:pt x="139034" y="170853"/>
                </a:cubicBezTo>
                <a:lnTo>
                  <a:pt x="164592" y="170853"/>
                </a:lnTo>
                <a:cubicBezTo>
                  <a:pt x="169814" y="170853"/>
                  <a:pt x="174048" y="166619"/>
                  <a:pt x="174048" y="161397"/>
                </a:cubicBezTo>
                <a:cubicBezTo>
                  <a:pt x="174048" y="156174"/>
                  <a:pt x="169814" y="151940"/>
                  <a:pt x="164592" y="151940"/>
                </a:cubicBezTo>
                <a:moveTo>
                  <a:pt x="151813" y="31691"/>
                </a:moveTo>
                <a:cubicBezTo>
                  <a:pt x="157035" y="31691"/>
                  <a:pt x="161269" y="27457"/>
                  <a:pt x="161269" y="22235"/>
                </a:cubicBezTo>
                <a:lnTo>
                  <a:pt x="161269" y="9456"/>
                </a:lnTo>
                <a:cubicBezTo>
                  <a:pt x="161269" y="4234"/>
                  <a:pt x="157035" y="0"/>
                  <a:pt x="151813" y="0"/>
                </a:cubicBezTo>
                <a:cubicBezTo>
                  <a:pt x="146590" y="0"/>
                  <a:pt x="142356" y="4234"/>
                  <a:pt x="142356" y="9456"/>
                </a:cubicBezTo>
                <a:lnTo>
                  <a:pt x="142356" y="22235"/>
                </a:lnTo>
                <a:cubicBezTo>
                  <a:pt x="142356" y="27457"/>
                  <a:pt x="146590" y="31691"/>
                  <a:pt x="151813" y="31691"/>
                </a:cubicBezTo>
                <a:moveTo>
                  <a:pt x="88557" y="69644"/>
                </a:moveTo>
                <a:lnTo>
                  <a:pt x="73350" y="69644"/>
                </a:lnTo>
                <a:cubicBezTo>
                  <a:pt x="68520" y="70207"/>
                  <a:pt x="64874" y="74296"/>
                  <a:pt x="64874" y="79169"/>
                </a:cubicBezTo>
                <a:cubicBezTo>
                  <a:pt x="64874" y="84033"/>
                  <a:pt x="68520" y="88123"/>
                  <a:pt x="73350" y="88685"/>
                </a:cubicBezTo>
                <a:lnTo>
                  <a:pt x="88557" y="88685"/>
                </a:lnTo>
                <a:cubicBezTo>
                  <a:pt x="93388" y="88123"/>
                  <a:pt x="97034" y="84033"/>
                  <a:pt x="97034" y="79169"/>
                </a:cubicBezTo>
                <a:cubicBezTo>
                  <a:pt x="97034" y="74296"/>
                  <a:pt x="93388" y="70207"/>
                  <a:pt x="88557" y="69644"/>
                </a:cubicBezTo>
                <a:moveTo>
                  <a:pt x="227719" y="88685"/>
                </a:moveTo>
                <a:cubicBezTo>
                  <a:pt x="232550" y="88123"/>
                  <a:pt x="236196" y="84033"/>
                  <a:pt x="236196" y="79169"/>
                </a:cubicBezTo>
                <a:cubicBezTo>
                  <a:pt x="236196" y="74296"/>
                  <a:pt x="232550" y="70207"/>
                  <a:pt x="227719" y="69644"/>
                </a:cubicBezTo>
                <a:lnTo>
                  <a:pt x="215707" y="69644"/>
                </a:lnTo>
                <a:cubicBezTo>
                  <a:pt x="210877" y="70207"/>
                  <a:pt x="207230" y="74296"/>
                  <a:pt x="207230" y="79169"/>
                </a:cubicBezTo>
                <a:cubicBezTo>
                  <a:pt x="207230" y="84033"/>
                  <a:pt x="210877" y="88123"/>
                  <a:pt x="215707" y="88685"/>
                </a:cubicBezTo>
                <a:lnTo>
                  <a:pt x="227719" y="88685"/>
                </a:lnTo>
                <a:moveTo>
                  <a:pt x="107981" y="34502"/>
                </a:moveTo>
                <a:lnTo>
                  <a:pt x="95202" y="21724"/>
                </a:lnTo>
                <a:cubicBezTo>
                  <a:pt x="93013" y="18571"/>
                  <a:pt x="89136" y="17064"/>
                  <a:pt x="85388" y="17898"/>
                </a:cubicBezTo>
                <a:cubicBezTo>
                  <a:pt x="81640" y="18725"/>
                  <a:pt x="78769" y="21741"/>
                  <a:pt x="78121" y="25523"/>
                </a:cubicBezTo>
                <a:cubicBezTo>
                  <a:pt x="77474" y="29306"/>
                  <a:pt x="79169" y="33105"/>
                  <a:pt x="82423" y="35141"/>
                </a:cubicBezTo>
                <a:lnTo>
                  <a:pt x="95202" y="47920"/>
                </a:lnTo>
                <a:cubicBezTo>
                  <a:pt x="96557" y="49667"/>
                  <a:pt x="98516" y="50851"/>
                  <a:pt x="100697" y="51243"/>
                </a:cubicBezTo>
                <a:cubicBezTo>
                  <a:pt x="104514" y="51192"/>
                  <a:pt x="107938" y="48874"/>
                  <a:pt x="109412" y="45347"/>
                </a:cubicBezTo>
                <a:cubicBezTo>
                  <a:pt x="110878" y="41829"/>
                  <a:pt x="110119" y="37765"/>
                  <a:pt x="107470" y="35014"/>
                </a:cubicBezTo>
                <a:lnTo>
                  <a:pt x="107470" y="34502"/>
                </a:lnTo>
                <a:moveTo>
                  <a:pt x="221713" y="35269"/>
                </a:moveTo>
                <a:cubicBezTo>
                  <a:pt x="223655" y="31597"/>
                  <a:pt x="222974" y="27099"/>
                  <a:pt x="220035" y="24169"/>
                </a:cubicBezTo>
                <a:cubicBezTo>
                  <a:pt x="217104" y="21229"/>
                  <a:pt x="212606" y="20548"/>
                  <a:pt x="208934" y="22490"/>
                </a:cubicBezTo>
                <a:lnTo>
                  <a:pt x="196155" y="35269"/>
                </a:lnTo>
                <a:cubicBezTo>
                  <a:pt x="193676" y="38038"/>
                  <a:pt x="193020" y="41982"/>
                  <a:pt x="194469" y="45407"/>
                </a:cubicBezTo>
                <a:cubicBezTo>
                  <a:pt x="195917" y="48823"/>
                  <a:pt x="199214" y="51098"/>
                  <a:pt x="202928" y="51243"/>
                </a:cubicBezTo>
                <a:cubicBezTo>
                  <a:pt x="205441" y="51277"/>
                  <a:pt x="207852" y="50263"/>
                  <a:pt x="209573" y="48431"/>
                </a:cubicBezTo>
                <a:lnTo>
                  <a:pt x="221713" y="35269"/>
                </a:lnTo>
                <a:moveTo>
                  <a:pt x="151813" y="38464"/>
                </a:moveTo>
                <a:cubicBezTo>
                  <a:pt x="126025" y="39060"/>
                  <a:pt x="105212" y="59711"/>
                  <a:pt x="104403" y="85490"/>
                </a:cubicBezTo>
                <a:cubicBezTo>
                  <a:pt x="104565" y="99496"/>
                  <a:pt x="111108" y="112675"/>
                  <a:pt x="122166" y="121271"/>
                </a:cubicBezTo>
                <a:cubicBezTo>
                  <a:pt x="122890" y="121876"/>
                  <a:pt x="123307" y="122762"/>
                  <a:pt x="123316" y="123699"/>
                </a:cubicBezTo>
                <a:lnTo>
                  <a:pt x="123316" y="129705"/>
                </a:lnTo>
                <a:cubicBezTo>
                  <a:pt x="123384" y="134970"/>
                  <a:pt x="127635" y="139221"/>
                  <a:pt x="132900" y="139289"/>
                </a:cubicBezTo>
                <a:lnTo>
                  <a:pt x="171237" y="139289"/>
                </a:lnTo>
                <a:cubicBezTo>
                  <a:pt x="176501" y="139221"/>
                  <a:pt x="180753" y="134970"/>
                  <a:pt x="180821" y="129705"/>
                </a:cubicBezTo>
                <a:lnTo>
                  <a:pt x="180821" y="123699"/>
                </a:lnTo>
                <a:cubicBezTo>
                  <a:pt x="180829" y="122762"/>
                  <a:pt x="181247" y="121876"/>
                  <a:pt x="181971" y="121271"/>
                </a:cubicBezTo>
                <a:cubicBezTo>
                  <a:pt x="193029" y="112675"/>
                  <a:pt x="199572" y="99496"/>
                  <a:pt x="199733" y="85490"/>
                </a:cubicBezTo>
                <a:cubicBezTo>
                  <a:pt x="198916" y="59515"/>
                  <a:pt x="177796" y="38796"/>
                  <a:pt x="151813" y="38464"/>
                </a:cubicBezTo>
                <a:moveTo>
                  <a:pt x="227719" y="129705"/>
                </a:moveTo>
                <a:cubicBezTo>
                  <a:pt x="227719" y="147144"/>
                  <a:pt x="241844" y="161278"/>
                  <a:pt x="259283" y="161278"/>
                </a:cubicBezTo>
                <a:cubicBezTo>
                  <a:pt x="276722" y="161278"/>
                  <a:pt x="290847" y="147144"/>
                  <a:pt x="290847" y="129705"/>
                </a:cubicBezTo>
                <a:cubicBezTo>
                  <a:pt x="290847" y="112266"/>
                  <a:pt x="276722" y="98133"/>
                  <a:pt x="259283" y="98133"/>
                </a:cubicBezTo>
                <a:cubicBezTo>
                  <a:pt x="241844" y="98133"/>
                  <a:pt x="227719" y="112266"/>
                  <a:pt x="227719" y="129705"/>
                </a:cubicBezTo>
                <a:moveTo>
                  <a:pt x="259283" y="167658"/>
                </a:moveTo>
                <a:cubicBezTo>
                  <a:pt x="235097" y="168076"/>
                  <a:pt x="215707" y="187806"/>
                  <a:pt x="215707" y="212001"/>
                </a:cubicBezTo>
                <a:lnTo>
                  <a:pt x="215707" y="237559"/>
                </a:lnTo>
                <a:cubicBezTo>
                  <a:pt x="215673" y="239229"/>
                  <a:pt x="216320" y="240847"/>
                  <a:pt x="217505" y="242023"/>
                </a:cubicBezTo>
                <a:cubicBezTo>
                  <a:pt x="218680" y="243207"/>
                  <a:pt x="220299" y="243855"/>
                  <a:pt x="221969" y="243821"/>
                </a:cubicBezTo>
                <a:lnTo>
                  <a:pt x="232447" y="243821"/>
                </a:lnTo>
                <a:cubicBezTo>
                  <a:pt x="234023" y="243872"/>
                  <a:pt x="235327" y="245064"/>
                  <a:pt x="235514" y="246632"/>
                </a:cubicBezTo>
                <a:lnTo>
                  <a:pt x="241009" y="301326"/>
                </a:lnTo>
                <a:cubicBezTo>
                  <a:pt x="241333" y="304554"/>
                  <a:pt x="244025" y="307025"/>
                  <a:pt x="247271" y="307076"/>
                </a:cubicBezTo>
                <a:lnTo>
                  <a:pt x="272829" y="307076"/>
                </a:lnTo>
                <a:cubicBezTo>
                  <a:pt x="276117" y="307153"/>
                  <a:pt x="278886" y="304614"/>
                  <a:pt x="279090" y="301326"/>
                </a:cubicBezTo>
                <a:lnTo>
                  <a:pt x="284585" y="246632"/>
                </a:lnTo>
                <a:cubicBezTo>
                  <a:pt x="284781" y="245022"/>
                  <a:pt x="286153" y="243812"/>
                  <a:pt x="287780" y="243821"/>
                </a:cubicBezTo>
                <a:lnTo>
                  <a:pt x="298131" y="243821"/>
                </a:lnTo>
                <a:cubicBezTo>
                  <a:pt x="299801" y="243829"/>
                  <a:pt x="301402" y="243190"/>
                  <a:pt x="302603" y="242032"/>
                </a:cubicBezTo>
                <a:cubicBezTo>
                  <a:pt x="303771" y="240830"/>
                  <a:pt x="304461" y="239237"/>
                  <a:pt x="304520" y="237559"/>
                </a:cubicBezTo>
                <a:lnTo>
                  <a:pt x="304520" y="212001"/>
                </a:lnTo>
                <a:cubicBezTo>
                  <a:pt x="304486" y="200091"/>
                  <a:pt x="299681" y="188701"/>
                  <a:pt x="291179" y="180361"/>
                </a:cubicBezTo>
                <a:cubicBezTo>
                  <a:pt x="282677" y="172029"/>
                  <a:pt x="271184" y="167454"/>
                  <a:pt x="259283" y="167658"/>
                </a:cubicBezTo>
                <a:moveTo>
                  <a:pt x="12778" y="129705"/>
                </a:moveTo>
                <a:cubicBezTo>
                  <a:pt x="12778" y="147144"/>
                  <a:pt x="26903" y="161278"/>
                  <a:pt x="44342" y="161278"/>
                </a:cubicBezTo>
                <a:cubicBezTo>
                  <a:pt x="61781" y="161278"/>
                  <a:pt x="75906" y="147144"/>
                  <a:pt x="75906" y="129705"/>
                </a:cubicBezTo>
                <a:cubicBezTo>
                  <a:pt x="75906" y="112266"/>
                  <a:pt x="61781" y="98133"/>
                  <a:pt x="44342" y="98133"/>
                </a:cubicBezTo>
                <a:cubicBezTo>
                  <a:pt x="26903" y="98133"/>
                  <a:pt x="12778" y="112266"/>
                  <a:pt x="12778" y="129705"/>
                </a:cubicBezTo>
                <a:moveTo>
                  <a:pt x="44342" y="167658"/>
                </a:moveTo>
                <a:cubicBezTo>
                  <a:pt x="19883" y="167727"/>
                  <a:pt x="68" y="187542"/>
                  <a:pt x="0" y="212001"/>
                </a:cubicBezTo>
                <a:lnTo>
                  <a:pt x="0" y="237559"/>
                </a:lnTo>
                <a:cubicBezTo>
                  <a:pt x="59" y="239237"/>
                  <a:pt x="749" y="240830"/>
                  <a:pt x="1916" y="242032"/>
                </a:cubicBezTo>
                <a:cubicBezTo>
                  <a:pt x="3118" y="243190"/>
                  <a:pt x="4719" y="243829"/>
                  <a:pt x="6389" y="243821"/>
                </a:cubicBezTo>
                <a:lnTo>
                  <a:pt x="16740" y="243821"/>
                </a:lnTo>
                <a:cubicBezTo>
                  <a:pt x="18367" y="243812"/>
                  <a:pt x="19739" y="245022"/>
                  <a:pt x="19935" y="246632"/>
                </a:cubicBezTo>
                <a:lnTo>
                  <a:pt x="25429" y="301326"/>
                </a:lnTo>
                <a:cubicBezTo>
                  <a:pt x="25762" y="304512"/>
                  <a:pt x="28488" y="306906"/>
                  <a:pt x="31691" y="306820"/>
                </a:cubicBezTo>
                <a:lnTo>
                  <a:pt x="57249" y="306820"/>
                </a:lnTo>
                <a:cubicBezTo>
                  <a:pt x="60495" y="306769"/>
                  <a:pt x="63187" y="304299"/>
                  <a:pt x="63511" y="301070"/>
                </a:cubicBezTo>
                <a:lnTo>
                  <a:pt x="69005" y="246376"/>
                </a:lnTo>
                <a:cubicBezTo>
                  <a:pt x="69193" y="244809"/>
                  <a:pt x="70496" y="243616"/>
                  <a:pt x="72072" y="243565"/>
                </a:cubicBezTo>
                <a:lnTo>
                  <a:pt x="82551" y="243565"/>
                </a:lnTo>
                <a:cubicBezTo>
                  <a:pt x="84221" y="243599"/>
                  <a:pt x="85840" y="242952"/>
                  <a:pt x="87015" y="241767"/>
                </a:cubicBezTo>
                <a:cubicBezTo>
                  <a:pt x="88199" y="240592"/>
                  <a:pt x="88847" y="238973"/>
                  <a:pt x="88813" y="237303"/>
                </a:cubicBezTo>
                <a:lnTo>
                  <a:pt x="88813" y="211746"/>
                </a:lnTo>
                <a:cubicBezTo>
                  <a:pt x="88668" y="187304"/>
                  <a:pt x="68784" y="167590"/>
                  <a:pt x="44342" y="167658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9" name="Rounded Rectangle 28"/>
          <p:cNvSpPr/>
          <p:nvPr/>
        </p:nvSpPr>
        <p:spPr>
          <a:xfrm>
            <a:off x="4632610" y="3660364"/>
            <a:ext cx="228614" cy="226448"/>
          </a:xfrm>
          <a:custGeom>
            <a:avLst/>
            <a:gdLst/>
            <a:ahLst/>
            <a:cxnLst/>
            <a:rect l="0" t="0" r="0" b="0"/>
            <a:pathLst>
              <a:path w="304818" h="301930">
                <a:moveTo>
                  <a:pt x="135490" y="8"/>
                </a:moveTo>
                <a:cubicBezTo>
                  <a:pt x="60648" y="8"/>
                  <a:pt x="0" y="60674"/>
                  <a:pt x="0" y="135490"/>
                </a:cubicBezTo>
                <a:cubicBezTo>
                  <a:pt x="0" y="210323"/>
                  <a:pt x="60665" y="270988"/>
                  <a:pt x="135490" y="270988"/>
                </a:cubicBezTo>
                <a:cubicBezTo>
                  <a:pt x="139247" y="270988"/>
                  <a:pt x="142970" y="270827"/>
                  <a:pt x="146650" y="270528"/>
                </a:cubicBezTo>
                <a:cubicBezTo>
                  <a:pt x="143268" y="264071"/>
                  <a:pt x="140678" y="257230"/>
                  <a:pt x="138932" y="250150"/>
                </a:cubicBezTo>
                <a:cubicBezTo>
                  <a:pt x="138327" y="247714"/>
                  <a:pt x="138020" y="245209"/>
                  <a:pt x="137994" y="242688"/>
                </a:cubicBezTo>
                <a:cubicBezTo>
                  <a:pt x="94078" y="243727"/>
                  <a:pt x="53960" y="217862"/>
                  <a:pt x="36777" y="177421"/>
                </a:cubicBezTo>
                <a:cubicBezTo>
                  <a:pt x="19594" y="136981"/>
                  <a:pt x="28820" y="90159"/>
                  <a:pt x="60052" y="59251"/>
                </a:cubicBezTo>
                <a:cubicBezTo>
                  <a:pt x="91283" y="28352"/>
                  <a:pt x="138207" y="19619"/>
                  <a:pt x="178461" y="37229"/>
                </a:cubicBezTo>
                <a:cubicBezTo>
                  <a:pt x="218714" y="54838"/>
                  <a:pt x="244153" y="95219"/>
                  <a:pt x="242653" y="139127"/>
                </a:cubicBezTo>
                <a:cubicBezTo>
                  <a:pt x="252238" y="140806"/>
                  <a:pt x="261600" y="144026"/>
                  <a:pt x="270332" y="148797"/>
                </a:cubicBezTo>
                <a:cubicBezTo>
                  <a:pt x="270758" y="144426"/>
                  <a:pt x="270971" y="139971"/>
                  <a:pt x="270971" y="135507"/>
                </a:cubicBezTo>
                <a:cubicBezTo>
                  <a:pt x="270988" y="60657"/>
                  <a:pt x="210314" y="0"/>
                  <a:pt x="135490" y="0"/>
                </a:cubicBezTo>
                <a:moveTo>
                  <a:pt x="223528" y="137824"/>
                </a:moveTo>
                <a:cubicBezTo>
                  <a:pt x="213023" y="138216"/>
                  <a:pt x="202664" y="140431"/>
                  <a:pt x="192927" y="144367"/>
                </a:cubicBezTo>
                <a:cubicBezTo>
                  <a:pt x="184518" y="136665"/>
                  <a:pt x="172344" y="134663"/>
                  <a:pt x="161908" y="139255"/>
                </a:cubicBezTo>
                <a:cubicBezTo>
                  <a:pt x="151472" y="143856"/>
                  <a:pt x="144742" y="154181"/>
                  <a:pt x="144742" y="165580"/>
                </a:cubicBezTo>
                <a:lnTo>
                  <a:pt x="144742" y="198916"/>
                </a:lnTo>
                <a:cubicBezTo>
                  <a:pt x="144733" y="205407"/>
                  <a:pt x="146931" y="211720"/>
                  <a:pt x="150978" y="216806"/>
                </a:cubicBezTo>
                <a:cubicBezTo>
                  <a:pt x="148558" y="218587"/>
                  <a:pt x="146403" y="220708"/>
                  <a:pt x="144580" y="223102"/>
                </a:cubicBezTo>
                <a:cubicBezTo>
                  <a:pt x="108322" y="226867"/>
                  <a:pt x="73495" y="207912"/>
                  <a:pt x="56976" y="175411"/>
                </a:cubicBezTo>
                <a:cubicBezTo>
                  <a:pt x="40449" y="142919"/>
                  <a:pt x="45654" y="103611"/>
                  <a:pt x="70062" y="76536"/>
                </a:cubicBezTo>
                <a:cubicBezTo>
                  <a:pt x="94470" y="49454"/>
                  <a:pt x="133036" y="40219"/>
                  <a:pt x="167062" y="53287"/>
                </a:cubicBezTo>
                <a:cubicBezTo>
                  <a:pt x="201088" y="66356"/>
                  <a:pt x="223545" y="99036"/>
                  <a:pt x="223553" y="135490"/>
                </a:cubicBezTo>
                <a:cubicBezTo>
                  <a:pt x="223553" y="136265"/>
                  <a:pt x="223553" y="137057"/>
                  <a:pt x="223528" y="137824"/>
                </a:cubicBezTo>
                <a:moveTo>
                  <a:pt x="259428" y="195942"/>
                </a:moveTo>
                <a:cubicBezTo>
                  <a:pt x="273152" y="209675"/>
                  <a:pt x="276765" y="230556"/>
                  <a:pt x="268450" y="248097"/>
                </a:cubicBezTo>
                <a:cubicBezTo>
                  <a:pt x="260135" y="265638"/>
                  <a:pt x="241682" y="276057"/>
                  <a:pt x="222361" y="274124"/>
                </a:cubicBezTo>
                <a:cubicBezTo>
                  <a:pt x="203047" y="272181"/>
                  <a:pt x="187031" y="258303"/>
                  <a:pt x="182363" y="239459"/>
                </a:cubicBezTo>
                <a:cubicBezTo>
                  <a:pt x="180684" y="232601"/>
                  <a:pt x="173758" y="228409"/>
                  <a:pt x="166900" y="230096"/>
                </a:cubicBezTo>
                <a:cubicBezTo>
                  <a:pt x="160042" y="231783"/>
                  <a:pt x="155851" y="238709"/>
                  <a:pt x="157538" y="245567"/>
                </a:cubicBezTo>
                <a:cubicBezTo>
                  <a:pt x="164975" y="275631"/>
                  <a:pt x="190916" y="297483"/>
                  <a:pt x="221807" y="299707"/>
                </a:cubicBezTo>
                <a:cubicBezTo>
                  <a:pt x="252698" y="301930"/>
                  <a:pt x="281501" y="284006"/>
                  <a:pt x="293156" y="255322"/>
                </a:cubicBezTo>
                <a:cubicBezTo>
                  <a:pt x="304818" y="226629"/>
                  <a:pt x="296674" y="193693"/>
                  <a:pt x="272990" y="173741"/>
                </a:cubicBezTo>
                <a:cubicBezTo>
                  <a:pt x="249315" y="153789"/>
                  <a:pt x="215477" y="151353"/>
                  <a:pt x="189178" y="167701"/>
                </a:cubicBezTo>
                <a:lnTo>
                  <a:pt x="180267" y="158807"/>
                </a:lnTo>
                <a:cubicBezTo>
                  <a:pt x="177532" y="156072"/>
                  <a:pt x="173409" y="155254"/>
                  <a:pt x="169831" y="156737"/>
                </a:cubicBezTo>
                <a:cubicBezTo>
                  <a:pt x="166253" y="158219"/>
                  <a:pt x="163918" y="161712"/>
                  <a:pt x="163910" y="165588"/>
                </a:cubicBezTo>
                <a:lnTo>
                  <a:pt x="163910" y="198924"/>
                </a:lnTo>
                <a:cubicBezTo>
                  <a:pt x="163910" y="204215"/>
                  <a:pt x="168212" y="208508"/>
                  <a:pt x="173494" y="208508"/>
                </a:cubicBezTo>
                <a:lnTo>
                  <a:pt x="206838" y="208508"/>
                </a:lnTo>
                <a:cubicBezTo>
                  <a:pt x="210715" y="208508"/>
                  <a:pt x="214199" y="206174"/>
                  <a:pt x="215681" y="202587"/>
                </a:cubicBezTo>
                <a:cubicBezTo>
                  <a:pt x="217164" y="199009"/>
                  <a:pt x="216346" y="194894"/>
                  <a:pt x="213611" y="192151"/>
                </a:cubicBezTo>
                <a:lnTo>
                  <a:pt x="208031" y="186571"/>
                </a:lnTo>
                <a:cubicBezTo>
                  <a:pt x="225445" y="178699"/>
                  <a:pt x="245908" y="182431"/>
                  <a:pt x="259428" y="19594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0" name="Rounded Rectangle 29"/>
          <p:cNvSpPr/>
          <p:nvPr/>
        </p:nvSpPr>
        <p:spPr>
          <a:xfrm>
            <a:off x="5398633" y="3660219"/>
            <a:ext cx="224276" cy="225221"/>
          </a:xfrm>
          <a:custGeom>
            <a:avLst/>
            <a:gdLst/>
            <a:ahLst/>
            <a:cxnLst/>
            <a:rect l="0" t="0" r="0" b="0"/>
            <a:pathLst>
              <a:path w="299034" h="300295">
                <a:moveTo>
                  <a:pt x="120504" y="18733"/>
                </a:moveTo>
                <a:cubicBezTo>
                  <a:pt x="122404" y="9175"/>
                  <a:pt x="130429" y="0"/>
                  <a:pt x="142075" y="0"/>
                </a:cubicBezTo>
                <a:lnTo>
                  <a:pt x="156958" y="0"/>
                </a:lnTo>
                <a:cubicBezTo>
                  <a:pt x="168587" y="0"/>
                  <a:pt x="176629" y="9175"/>
                  <a:pt x="178529" y="18733"/>
                </a:cubicBezTo>
                <a:cubicBezTo>
                  <a:pt x="178563" y="18904"/>
                  <a:pt x="178589" y="19074"/>
                  <a:pt x="178606" y="19244"/>
                </a:cubicBezTo>
                <a:lnTo>
                  <a:pt x="181008" y="36164"/>
                </a:lnTo>
                <a:cubicBezTo>
                  <a:pt x="181391" y="37552"/>
                  <a:pt x="181817" y="38208"/>
                  <a:pt x="182039" y="38489"/>
                </a:cubicBezTo>
                <a:cubicBezTo>
                  <a:pt x="182141" y="38617"/>
                  <a:pt x="182218" y="38668"/>
                  <a:pt x="182260" y="38702"/>
                </a:cubicBezTo>
                <a:cubicBezTo>
                  <a:pt x="182320" y="38737"/>
                  <a:pt x="182473" y="38839"/>
                  <a:pt x="182806" y="38915"/>
                </a:cubicBezTo>
                <a:cubicBezTo>
                  <a:pt x="183215" y="39009"/>
                  <a:pt x="183624" y="39137"/>
                  <a:pt x="184015" y="39290"/>
                </a:cubicBezTo>
                <a:lnTo>
                  <a:pt x="202621" y="46779"/>
                </a:lnTo>
                <a:cubicBezTo>
                  <a:pt x="202860" y="46881"/>
                  <a:pt x="203099" y="46983"/>
                  <a:pt x="203329" y="47102"/>
                </a:cubicBezTo>
                <a:cubicBezTo>
                  <a:pt x="204044" y="47443"/>
                  <a:pt x="204598" y="47511"/>
                  <a:pt x="205177" y="47435"/>
                </a:cubicBezTo>
                <a:cubicBezTo>
                  <a:pt x="205970" y="47298"/>
                  <a:pt x="206728" y="46992"/>
                  <a:pt x="207401" y="46540"/>
                </a:cubicBezTo>
                <a:lnTo>
                  <a:pt x="222045" y="35525"/>
                </a:lnTo>
                <a:cubicBezTo>
                  <a:pt x="226092" y="32381"/>
                  <a:pt x="231135" y="30780"/>
                  <a:pt x="236255" y="31018"/>
                </a:cubicBezTo>
                <a:cubicBezTo>
                  <a:pt x="241614" y="31308"/>
                  <a:pt x="246504" y="33710"/>
                  <a:pt x="250414" y="37646"/>
                </a:cubicBezTo>
                <a:lnTo>
                  <a:pt x="261191" y="48457"/>
                </a:lnTo>
                <a:cubicBezTo>
                  <a:pt x="270793" y="56261"/>
                  <a:pt x="269387" y="69602"/>
                  <a:pt x="263687" y="77235"/>
                </a:cubicBezTo>
                <a:lnTo>
                  <a:pt x="252732" y="91931"/>
                </a:lnTo>
                <a:cubicBezTo>
                  <a:pt x="252263" y="92757"/>
                  <a:pt x="251956" y="93669"/>
                  <a:pt x="251837" y="94614"/>
                </a:cubicBezTo>
                <a:cubicBezTo>
                  <a:pt x="251786" y="94904"/>
                  <a:pt x="251778" y="95194"/>
                  <a:pt x="251795" y="95483"/>
                </a:cubicBezTo>
                <a:cubicBezTo>
                  <a:pt x="252050" y="95918"/>
                  <a:pt x="252280" y="96378"/>
                  <a:pt x="252468" y="96846"/>
                </a:cubicBezTo>
                <a:lnTo>
                  <a:pt x="259922" y="115538"/>
                </a:lnTo>
                <a:cubicBezTo>
                  <a:pt x="260075" y="115930"/>
                  <a:pt x="260203" y="116330"/>
                  <a:pt x="260305" y="116730"/>
                </a:cubicBezTo>
                <a:cubicBezTo>
                  <a:pt x="260348" y="116935"/>
                  <a:pt x="260425" y="117131"/>
                  <a:pt x="260518" y="117310"/>
                </a:cubicBezTo>
                <a:cubicBezTo>
                  <a:pt x="260561" y="117361"/>
                  <a:pt x="260612" y="117437"/>
                  <a:pt x="260740" y="117540"/>
                </a:cubicBezTo>
                <a:cubicBezTo>
                  <a:pt x="260995" y="117761"/>
                  <a:pt x="261651" y="118153"/>
                  <a:pt x="263031" y="118553"/>
                </a:cubicBezTo>
                <a:lnTo>
                  <a:pt x="279857" y="120964"/>
                </a:lnTo>
                <a:cubicBezTo>
                  <a:pt x="280027" y="120990"/>
                  <a:pt x="280198" y="121016"/>
                  <a:pt x="280368" y="121058"/>
                </a:cubicBezTo>
                <a:cubicBezTo>
                  <a:pt x="289952" y="122966"/>
                  <a:pt x="299034" y="131060"/>
                  <a:pt x="299034" y="142671"/>
                </a:cubicBezTo>
                <a:lnTo>
                  <a:pt x="299034" y="157631"/>
                </a:lnTo>
                <a:cubicBezTo>
                  <a:pt x="299034" y="169234"/>
                  <a:pt x="289961" y="177319"/>
                  <a:pt x="280368" y="179253"/>
                </a:cubicBezTo>
                <a:cubicBezTo>
                  <a:pt x="280198" y="179287"/>
                  <a:pt x="280027" y="179313"/>
                  <a:pt x="279857" y="179338"/>
                </a:cubicBezTo>
                <a:lnTo>
                  <a:pt x="263031" y="181749"/>
                </a:lnTo>
                <a:cubicBezTo>
                  <a:pt x="262205" y="181928"/>
                  <a:pt x="261421" y="182269"/>
                  <a:pt x="260723" y="182746"/>
                </a:cubicBezTo>
                <a:cubicBezTo>
                  <a:pt x="260646" y="182823"/>
                  <a:pt x="260578" y="182899"/>
                  <a:pt x="260527" y="182993"/>
                </a:cubicBezTo>
                <a:cubicBezTo>
                  <a:pt x="260425" y="183163"/>
                  <a:pt x="260348" y="183359"/>
                  <a:pt x="260305" y="183555"/>
                </a:cubicBezTo>
                <a:cubicBezTo>
                  <a:pt x="260203" y="183964"/>
                  <a:pt x="260075" y="184365"/>
                  <a:pt x="259922" y="184757"/>
                </a:cubicBezTo>
                <a:lnTo>
                  <a:pt x="252468" y="203456"/>
                </a:lnTo>
                <a:cubicBezTo>
                  <a:pt x="252382" y="203686"/>
                  <a:pt x="252280" y="203925"/>
                  <a:pt x="252161" y="204155"/>
                </a:cubicBezTo>
                <a:cubicBezTo>
                  <a:pt x="251854" y="204743"/>
                  <a:pt x="251726" y="205416"/>
                  <a:pt x="251820" y="206072"/>
                </a:cubicBezTo>
                <a:cubicBezTo>
                  <a:pt x="251897" y="206711"/>
                  <a:pt x="252178" y="207503"/>
                  <a:pt x="252715" y="208346"/>
                </a:cubicBezTo>
                <a:lnTo>
                  <a:pt x="263687" y="223051"/>
                </a:lnTo>
                <a:cubicBezTo>
                  <a:pt x="266669" y="227055"/>
                  <a:pt x="268458" y="231970"/>
                  <a:pt x="268169" y="237261"/>
                </a:cubicBezTo>
                <a:cubicBezTo>
                  <a:pt x="267811" y="242645"/>
                  <a:pt x="265459" y="247705"/>
                  <a:pt x="261583" y="251454"/>
                </a:cubicBezTo>
                <a:lnTo>
                  <a:pt x="250815" y="262265"/>
                </a:lnTo>
                <a:cubicBezTo>
                  <a:pt x="243020" y="271934"/>
                  <a:pt x="229670" y="270520"/>
                  <a:pt x="222045" y="264778"/>
                </a:cubicBezTo>
                <a:lnTo>
                  <a:pt x="207426" y="253763"/>
                </a:lnTo>
                <a:cubicBezTo>
                  <a:pt x="206617" y="253302"/>
                  <a:pt x="205722" y="252996"/>
                  <a:pt x="204794" y="252868"/>
                </a:cubicBezTo>
                <a:cubicBezTo>
                  <a:pt x="204521" y="252834"/>
                  <a:pt x="204249" y="252825"/>
                  <a:pt x="203976" y="252842"/>
                </a:cubicBezTo>
                <a:cubicBezTo>
                  <a:pt x="203542" y="253107"/>
                  <a:pt x="203090" y="253328"/>
                  <a:pt x="202621" y="253515"/>
                </a:cubicBezTo>
                <a:lnTo>
                  <a:pt x="184015" y="260995"/>
                </a:lnTo>
                <a:cubicBezTo>
                  <a:pt x="183624" y="261149"/>
                  <a:pt x="183215" y="261277"/>
                  <a:pt x="182806" y="261379"/>
                </a:cubicBezTo>
                <a:cubicBezTo>
                  <a:pt x="182610" y="261421"/>
                  <a:pt x="182431" y="261498"/>
                  <a:pt x="182260" y="261592"/>
                </a:cubicBezTo>
                <a:cubicBezTo>
                  <a:pt x="182175" y="261651"/>
                  <a:pt x="182099" y="261728"/>
                  <a:pt x="182039" y="261813"/>
                </a:cubicBezTo>
                <a:cubicBezTo>
                  <a:pt x="181545" y="262512"/>
                  <a:pt x="181196" y="263304"/>
                  <a:pt x="181008" y="264139"/>
                </a:cubicBezTo>
                <a:lnTo>
                  <a:pt x="178606" y="281050"/>
                </a:lnTo>
                <a:cubicBezTo>
                  <a:pt x="178589" y="281220"/>
                  <a:pt x="178555" y="281390"/>
                  <a:pt x="178520" y="281552"/>
                </a:cubicBezTo>
                <a:cubicBezTo>
                  <a:pt x="176621" y="291119"/>
                  <a:pt x="168604" y="300295"/>
                  <a:pt x="156950" y="300295"/>
                </a:cubicBezTo>
                <a:lnTo>
                  <a:pt x="142075" y="300295"/>
                </a:lnTo>
                <a:cubicBezTo>
                  <a:pt x="130421" y="300295"/>
                  <a:pt x="122396" y="291128"/>
                  <a:pt x="120504" y="281552"/>
                </a:cubicBezTo>
                <a:cubicBezTo>
                  <a:pt x="120470" y="281390"/>
                  <a:pt x="120436" y="281220"/>
                  <a:pt x="120419" y="281050"/>
                </a:cubicBezTo>
                <a:lnTo>
                  <a:pt x="118008" y="264139"/>
                </a:lnTo>
                <a:cubicBezTo>
                  <a:pt x="117829" y="263304"/>
                  <a:pt x="117480" y="262503"/>
                  <a:pt x="116994" y="261796"/>
                </a:cubicBezTo>
                <a:cubicBezTo>
                  <a:pt x="116926" y="261720"/>
                  <a:pt x="116850" y="261651"/>
                  <a:pt x="116756" y="261600"/>
                </a:cubicBezTo>
                <a:cubicBezTo>
                  <a:pt x="116594" y="261498"/>
                  <a:pt x="116415" y="261430"/>
                  <a:pt x="116219" y="261387"/>
                </a:cubicBezTo>
                <a:cubicBezTo>
                  <a:pt x="115810" y="261285"/>
                  <a:pt x="115401" y="261157"/>
                  <a:pt x="115009" y="260995"/>
                </a:cubicBezTo>
                <a:lnTo>
                  <a:pt x="96403" y="253515"/>
                </a:lnTo>
                <a:cubicBezTo>
                  <a:pt x="96165" y="253422"/>
                  <a:pt x="95926" y="253320"/>
                  <a:pt x="95705" y="253200"/>
                </a:cubicBezTo>
                <a:cubicBezTo>
                  <a:pt x="95134" y="252894"/>
                  <a:pt x="94487" y="252774"/>
                  <a:pt x="93848" y="252868"/>
                </a:cubicBezTo>
                <a:cubicBezTo>
                  <a:pt x="93055" y="253004"/>
                  <a:pt x="92297" y="253302"/>
                  <a:pt x="91624" y="253745"/>
                </a:cubicBezTo>
                <a:lnTo>
                  <a:pt x="76979" y="264778"/>
                </a:lnTo>
                <a:cubicBezTo>
                  <a:pt x="72924" y="267922"/>
                  <a:pt x="67889" y="269523"/>
                  <a:pt x="62769" y="269293"/>
                </a:cubicBezTo>
                <a:cubicBezTo>
                  <a:pt x="57385" y="268918"/>
                  <a:pt x="52333" y="266550"/>
                  <a:pt x="48610" y="262640"/>
                </a:cubicBezTo>
                <a:lnTo>
                  <a:pt x="37851" y="251846"/>
                </a:lnTo>
                <a:cubicBezTo>
                  <a:pt x="28232" y="244025"/>
                  <a:pt x="29638" y="230692"/>
                  <a:pt x="35337" y="223051"/>
                </a:cubicBezTo>
                <a:lnTo>
                  <a:pt x="46293" y="208372"/>
                </a:lnTo>
                <a:cubicBezTo>
                  <a:pt x="46762" y="207546"/>
                  <a:pt x="47068" y="206634"/>
                  <a:pt x="47196" y="205688"/>
                </a:cubicBezTo>
                <a:cubicBezTo>
                  <a:pt x="47239" y="205399"/>
                  <a:pt x="47247" y="205101"/>
                  <a:pt x="47230" y="204811"/>
                </a:cubicBezTo>
                <a:cubicBezTo>
                  <a:pt x="46966" y="204376"/>
                  <a:pt x="46745" y="203925"/>
                  <a:pt x="46549" y="203456"/>
                </a:cubicBezTo>
                <a:lnTo>
                  <a:pt x="39103" y="184757"/>
                </a:lnTo>
                <a:cubicBezTo>
                  <a:pt x="38950" y="184365"/>
                  <a:pt x="38822" y="183964"/>
                  <a:pt x="38720" y="183555"/>
                </a:cubicBezTo>
                <a:cubicBezTo>
                  <a:pt x="38677" y="183359"/>
                  <a:pt x="38600" y="183172"/>
                  <a:pt x="38498" y="182993"/>
                </a:cubicBezTo>
                <a:cubicBezTo>
                  <a:pt x="38447" y="182899"/>
                  <a:pt x="38370" y="182814"/>
                  <a:pt x="38285" y="182746"/>
                </a:cubicBezTo>
                <a:cubicBezTo>
                  <a:pt x="37595" y="182269"/>
                  <a:pt x="36820" y="181937"/>
                  <a:pt x="36002" y="181758"/>
                </a:cubicBezTo>
                <a:lnTo>
                  <a:pt x="19168" y="179321"/>
                </a:lnTo>
                <a:cubicBezTo>
                  <a:pt x="18997" y="179304"/>
                  <a:pt x="18827" y="179279"/>
                  <a:pt x="18657" y="179253"/>
                </a:cubicBezTo>
                <a:cubicBezTo>
                  <a:pt x="9073" y="177336"/>
                  <a:pt x="0" y="169234"/>
                  <a:pt x="0" y="157631"/>
                </a:cubicBezTo>
                <a:lnTo>
                  <a:pt x="0" y="142671"/>
                </a:lnTo>
                <a:cubicBezTo>
                  <a:pt x="0" y="131060"/>
                  <a:pt x="9073" y="122966"/>
                  <a:pt x="18657" y="121050"/>
                </a:cubicBezTo>
                <a:cubicBezTo>
                  <a:pt x="18827" y="121016"/>
                  <a:pt x="18997" y="120990"/>
                  <a:pt x="19168" y="120964"/>
                </a:cubicBezTo>
                <a:lnTo>
                  <a:pt x="36002" y="118536"/>
                </a:lnTo>
                <a:cubicBezTo>
                  <a:pt x="36820" y="118358"/>
                  <a:pt x="37603" y="118017"/>
                  <a:pt x="38302" y="117540"/>
                </a:cubicBezTo>
                <a:cubicBezTo>
                  <a:pt x="38379" y="117472"/>
                  <a:pt x="38447" y="117395"/>
                  <a:pt x="38498" y="117310"/>
                </a:cubicBezTo>
                <a:cubicBezTo>
                  <a:pt x="38609" y="117131"/>
                  <a:pt x="38677" y="116935"/>
                  <a:pt x="38720" y="116730"/>
                </a:cubicBezTo>
                <a:cubicBezTo>
                  <a:pt x="38822" y="116330"/>
                  <a:pt x="38950" y="115921"/>
                  <a:pt x="39103" y="115538"/>
                </a:cubicBezTo>
                <a:lnTo>
                  <a:pt x="46549" y="96846"/>
                </a:lnTo>
                <a:cubicBezTo>
                  <a:pt x="46651" y="96608"/>
                  <a:pt x="46753" y="96378"/>
                  <a:pt x="46872" y="96148"/>
                </a:cubicBezTo>
                <a:cubicBezTo>
                  <a:pt x="47188" y="95560"/>
                  <a:pt x="47298" y="94878"/>
                  <a:pt x="47205" y="94214"/>
                </a:cubicBezTo>
                <a:cubicBezTo>
                  <a:pt x="47068" y="93405"/>
                  <a:pt x="46762" y="92629"/>
                  <a:pt x="46310" y="91939"/>
                </a:cubicBezTo>
                <a:lnTo>
                  <a:pt x="35337" y="77252"/>
                </a:lnTo>
                <a:cubicBezTo>
                  <a:pt x="32211" y="73188"/>
                  <a:pt x="30626" y="68154"/>
                  <a:pt x="30856" y="63033"/>
                </a:cubicBezTo>
                <a:cubicBezTo>
                  <a:pt x="31154" y="57683"/>
                  <a:pt x="33548" y="52776"/>
                  <a:pt x="37442" y="48857"/>
                </a:cubicBezTo>
                <a:lnTo>
                  <a:pt x="48218" y="38038"/>
                </a:lnTo>
                <a:cubicBezTo>
                  <a:pt x="56005" y="28369"/>
                  <a:pt x="69346" y="29774"/>
                  <a:pt x="76979" y="35525"/>
                </a:cubicBezTo>
                <a:lnTo>
                  <a:pt x="91599" y="46532"/>
                </a:lnTo>
                <a:cubicBezTo>
                  <a:pt x="92655" y="47119"/>
                  <a:pt x="93839" y="47435"/>
                  <a:pt x="95049" y="47443"/>
                </a:cubicBezTo>
                <a:cubicBezTo>
                  <a:pt x="95483" y="47188"/>
                  <a:pt x="95935" y="46966"/>
                  <a:pt x="96403" y="46787"/>
                </a:cubicBezTo>
                <a:lnTo>
                  <a:pt x="115026" y="39299"/>
                </a:lnTo>
                <a:cubicBezTo>
                  <a:pt x="115410" y="39137"/>
                  <a:pt x="115819" y="39009"/>
                  <a:pt x="116219" y="38915"/>
                </a:cubicBezTo>
                <a:cubicBezTo>
                  <a:pt x="116415" y="38873"/>
                  <a:pt x="116594" y="38805"/>
                  <a:pt x="116756" y="38702"/>
                </a:cubicBezTo>
                <a:cubicBezTo>
                  <a:pt x="116850" y="38651"/>
                  <a:pt x="116926" y="38575"/>
                  <a:pt x="116994" y="38489"/>
                </a:cubicBezTo>
                <a:cubicBezTo>
                  <a:pt x="117480" y="37791"/>
                  <a:pt x="117829" y="36999"/>
                  <a:pt x="118008" y="36164"/>
                </a:cubicBezTo>
                <a:lnTo>
                  <a:pt x="120419" y="19244"/>
                </a:lnTo>
                <a:cubicBezTo>
                  <a:pt x="120436" y="19074"/>
                  <a:pt x="120470" y="18904"/>
                  <a:pt x="120504" y="18733"/>
                </a:cubicBezTo>
                <a:moveTo>
                  <a:pt x="94257" y="156336"/>
                </a:moveTo>
                <a:cubicBezTo>
                  <a:pt x="94257" y="184305"/>
                  <a:pt x="111039" y="209496"/>
                  <a:pt x="137611" y="219285"/>
                </a:cubicBezTo>
                <a:lnTo>
                  <a:pt x="140167" y="220563"/>
                </a:lnTo>
                <a:lnTo>
                  <a:pt x="140167" y="95083"/>
                </a:lnTo>
                <a:cubicBezTo>
                  <a:pt x="122575" y="96327"/>
                  <a:pt x="108782" y="101046"/>
                  <a:pt x="100850" y="103764"/>
                </a:cubicBezTo>
                <a:lnTo>
                  <a:pt x="98448" y="104565"/>
                </a:lnTo>
                <a:cubicBezTo>
                  <a:pt x="95662" y="105979"/>
                  <a:pt x="94257" y="108773"/>
                  <a:pt x="94257" y="112965"/>
                </a:cubicBezTo>
                <a:lnTo>
                  <a:pt x="94257" y="156362"/>
                </a:lnTo>
                <a:moveTo>
                  <a:pt x="158850" y="220572"/>
                </a:moveTo>
                <a:lnTo>
                  <a:pt x="161405" y="219302"/>
                </a:lnTo>
                <a:cubicBezTo>
                  <a:pt x="187994" y="209505"/>
                  <a:pt x="204768" y="184322"/>
                  <a:pt x="204768" y="156345"/>
                </a:cubicBezTo>
                <a:lnTo>
                  <a:pt x="204768" y="112973"/>
                </a:lnTo>
                <a:cubicBezTo>
                  <a:pt x="204768" y="110179"/>
                  <a:pt x="203363" y="105988"/>
                  <a:pt x="199171" y="104582"/>
                </a:cubicBezTo>
                <a:cubicBezTo>
                  <a:pt x="192015" y="101004"/>
                  <a:pt x="177703" y="96403"/>
                  <a:pt x="158850" y="95125"/>
                </a:cubicBezTo>
                <a:lnTo>
                  <a:pt x="158850" y="220572"/>
                </a:ln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1" name="Rounded Rectangle 30"/>
          <p:cNvSpPr/>
          <p:nvPr/>
        </p:nvSpPr>
        <p:spPr>
          <a:xfrm>
            <a:off x="6162972" y="3660314"/>
            <a:ext cx="230716" cy="224844"/>
          </a:xfrm>
          <a:custGeom>
            <a:avLst/>
            <a:gdLst/>
            <a:ahLst/>
            <a:cxnLst/>
            <a:rect l="0" t="0" r="0" b="0"/>
            <a:pathLst>
              <a:path w="307621" h="299792">
                <a:moveTo>
                  <a:pt x="303881" y="143251"/>
                </a:moveTo>
                <a:lnTo>
                  <a:pt x="277429" y="117054"/>
                </a:lnTo>
                <a:cubicBezTo>
                  <a:pt x="274626" y="114405"/>
                  <a:pt x="270545" y="113604"/>
                  <a:pt x="266950" y="115009"/>
                </a:cubicBezTo>
                <a:cubicBezTo>
                  <a:pt x="263398" y="116500"/>
                  <a:pt x="261081" y="119976"/>
                  <a:pt x="261072" y="123827"/>
                </a:cubicBezTo>
                <a:lnTo>
                  <a:pt x="261072" y="140439"/>
                </a:lnTo>
                <a:lnTo>
                  <a:pt x="204462" y="140439"/>
                </a:lnTo>
                <a:cubicBezTo>
                  <a:pt x="201727" y="133547"/>
                  <a:pt x="196130" y="128189"/>
                  <a:pt x="189127" y="125744"/>
                </a:cubicBezTo>
                <a:lnTo>
                  <a:pt x="189127" y="78078"/>
                </a:lnTo>
                <a:lnTo>
                  <a:pt x="218774" y="78078"/>
                </a:lnTo>
                <a:cubicBezTo>
                  <a:pt x="225828" y="78078"/>
                  <a:pt x="231553" y="72354"/>
                  <a:pt x="231553" y="65300"/>
                </a:cubicBezTo>
                <a:lnTo>
                  <a:pt x="231553" y="12778"/>
                </a:lnTo>
                <a:cubicBezTo>
                  <a:pt x="231553" y="5724"/>
                  <a:pt x="225828" y="0"/>
                  <a:pt x="218774" y="0"/>
                </a:cubicBezTo>
                <a:lnTo>
                  <a:pt x="140567" y="0"/>
                </a:lnTo>
                <a:cubicBezTo>
                  <a:pt x="133513" y="0"/>
                  <a:pt x="127788" y="5724"/>
                  <a:pt x="127788" y="12778"/>
                </a:cubicBezTo>
                <a:lnTo>
                  <a:pt x="127788" y="65044"/>
                </a:lnTo>
                <a:cubicBezTo>
                  <a:pt x="127788" y="72098"/>
                  <a:pt x="133513" y="77823"/>
                  <a:pt x="140567" y="77823"/>
                </a:cubicBezTo>
                <a:lnTo>
                  <a:pt x="169959" y="77823"/>
                </a:lnTo>
                <a:lnTo>
                  <a:pt x="169959" y="125744"/>
                </a:lnTo>
                <a:cubicBezTo>
                  <a:pt x="163152" y="128308"/>
                  <a:pt x="157759" y="133658"/>
                  <a:pt x="155135" y="140439"/>
                </a:cubicBezTo>
                <a:lnTo>
                  <a:pt x="86129" y="140439"/>
                </a:lnTo>
                <a:cubicBezTo>
                  <a:pt x="82747" y="129850"/>
                  <a:pt x="72899" y="122668"/>
                  <a:pt x="61790" y="122668"/>
                </a:cubicBezTo>
                <a:cubicBezTo>
                  <a:pt x="50672" y="122668"/>
                  <a:pt x="40824" y="129850"/>
                  <a:pt x="37442" y="140439"/>
                </a:cubicBezTo>
                <a:lnTo>
                  <a:pt x="9584" y="140439"/>
                </a:lnTo>
                <a:cubicBezTo>
                  <a:pt x="4293" y="140439"/>
                  <a:pt x="0" y="144733"/>
                  <a:pt x="0" y="150024"/>
                </a:cubicBezTo>
                <a:cubicBezTo>
                  <a:pt x="0" y="155314"/>
                  <a:pt x="4293" y="159608"/>
                  <a:pt x="9584" y="159608"/>
                </a:cubicBezTo>
                <a:lnTo>
                  <a:pt x="37442" y="159608"/>
                </a:lnTo>
                <a:cubicBezTo>
                  <a:pt x="40066" y="166389"/>
                  <a:pt x="45458" y="171739"/>
                  <a:pt x="52265" y="174303"/>
                </a:cubicBezTo>
                <a:lnTo>
                  <a:pt x="52265" y="221969"/>
                </a:lnTo>
                <a:lnTo>
                  <a:pt x="22618" y="221969"/>
                </a:lnTo>
                <a:cubicBezTo>
                  <a:pt x="15564" y="221969"/>
                  <a:pt x="9839" y="227694"/>
                  <a:pt x="9839" y="234748"/>
                </a:cubicBezTo>
                <a:lnTo>
                  <a:pt x="9839" y="287013"/>
                </a:lnTo>
                <a:cubicBezTo>
                  <a:pt x="9839" y="294067"/>
                  <a:pt x="15564" y="299792"/>
                  <a:pt x="22618" y="299792"/>
                </a:cubicBezTo>
                <a:lnTo>
                  <a:pt x="101080" y="299792"/>
                </a:lnTo>
                <a:cubicBezTo>
                  <a:pt x="108134" y="299792"/>
                  <a:pt x="113859" y="294067"/>
                  <a:pt x="113859" y="287013"/>
                </a:cubicBezTo>
                <a:lnTo>
                  <a:pt x="113859" y="235003"/>
                </a:lnTo>
                <a:cubicBezTo>
                  <a:pt x="113859" y="227949"/>
                  <a:pt x="108134" y="222224"/>
                  <a:pt x="101080" y="222224"/>
                </a:cubicBezTo>
                <a:lnTo>
                  <a:pt x="71433" y="222224"/>
                </a:lnTo>
                <a:lnTo>
                  <a:pt x="71433" y="174303"/>
                </a:lnTo>
                <a:cubicBezTo>
                  <a:pt x="78189" y="171705"/>
                  <a:pt x="83531" y="166364"/>
                  <a:pt x="86129" y="159608"/>
                </a:cubicBezTo>
                <a:lnTo>
                  <a:pt x="155135" y="159608"/>
                </a:lnTo>
                <a:cubicBezTo>
                  <a:pt x="158517" y="170197"/>
                  <a:pt x="168366" y="177379"/>
                  <a:pt x="179483" y="177379"/>
                </a:cubicBezTo>
                <a:cubicBezTo>
                  <a:pt x="190592" y="177379"/>
                  <a:pt x="200441" y="170197"/>
                  <a:pt x="203823" y="159608"/>
                </a:cubicBezTo>
                <a:lnTo>
                  <a:pt x="261072" y="159608"/>
                </a:lnTo>
                <a:lnTo>
                  <a:pt x="261072" y="176220"/>
                </a:lnTo>
                <a:cubicBezTo>
                  <a:pt x="261081" y="180071"/>
                  <a:pt x="263398" y="183547"/>
                  <a:pt x="266950" y="185038"/>
                </a:cubicBezTo>
                <a:cubicBezTo>
                  <a:pt x="268117" y="185549"/>
                  <a:pt x="269378" y="185804"/>
                  <a:pt x="270656" y="185804"/>
                </a:cubicBezTo>
                <a:cubicBezTo>
                  <a:pt x="273186" y="185753"/>
                  <a:pt x="275606" y="184748"/>
                  <a:pt x="277429" y="182993"/>
                </a:cubicBezTo>
                <a:lnTo>
                  <a:pt x="303881" y="156796"/>
                </a:lnTo>
                <a:cubicBezTo>
                  <a:pt x="307621" y="153056"/>
                  <a:pt x="307621" y="146991"/>
                  <a:pt x="303881" y="143251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2" name="Rounded Rectangle 31"/>
          <p:cNvSpPr/>
          <p:nvPr/>
        </p:nvSpPr>
        <p:spPr>
          <a:xfrm>
            <a:off x="2329307" y="3657821"/>
            <a:ext cx="230077" cy="229790"/>
          </a:xfrm>
          <a:custGeom>
            <a:avLst/>
            <a:gdLst/>
            <a:ahLst/>
            <a:cxnLst/>
            <a:rect l="0" t="0" r="0" b="0"/>
            <a:pathLst>
              <a:path w="306769" h="306386">
                <a:moveTo>
                  <a:pt x="0" y="44726"/>
                </a:moveTo>
                <a:cubicBezTo>
                  <a:pt x="0" y="62369"/>
                  <a:pt x="14303" y="76673"/>
                  <a:pt x="31947" y="76673"/>
                </a:cubicBezTo>
                <a:lnTo>
                  <a:pt x="249188" y="76673"/>
                </a:lnTo>
                <a:cubicBezTo>
                  <a:pt x="266831" y="76673"/>
                  <a:pt x="281135" y="62369"/>
                  <a:pt x="281135" y="44726"/>
                </a:cubicBezTo>
                <a:lnTo>
                  <a:pt x="281135" y="31947"/>
                </a:lnTo>
                <a:cubicBezTo>
                  <a:pt x="281135" y="14303"/>
                  <a:pt x="266831" y="0"/>
                  <a:pt x="249188" y="0"/>
                </a:cubicBezTo>
                <a:lnTo>
                  <a:pt x="31947" y="0"/>
                </a:lnTo>
                <a:cubicBezTo>
                  <a:pt x="14303" y="0"/>
                  <a:pt x="0" y="14303"/>
                  <a:pt x="0" y="31947"/>
                </a:cubicBezTo>
                <a:lnTo>
                  <a:pt x="0" y="44726"/>
                </a:lnTo>
                <a:moveTo>
                  <a:pt x="46515" y="38336"/>
                </a:moveTo>
                <a:cubicBezTo>
                  <a:pt x="46515" y="30498"/>
                  <a:pt x="52861" y="24152"/>
                  <a:pt x="60699" y="24152"/>
                </a:cubicBezTo>
                <a:cubicBezTo>
                  <a:pt x="68537" y="24152"/>
                  <a:pt x="74884" y="30498"/>
                  <a:pt x="74884" y="38336"/>
                </a:cubicBezTo>
                <a:cubicBezTo>
                  <a:pt x="74884" y="46174"/>
                  <a:pt x="68537" y="52521"/>
                  <a:pt x="60699" y="52521"/>
                </a:cubicBezTo>
                <a:cubicBezTo>
                  <a:pt x="56925" y="52555"/>
                  <a:pt x="53296" y="51072"/>
                  <a:pt x="50629" y="48406"/>
                </a:cubicBezTo>
                <a:cubicBezTo>
                  <a:pt x="47963" y="45739"/>
                  <a:pt x="46481" y="42110"/>
                  <a:pt x="46515" y="38336"/>
                </a:cubicBezTo>
                <a:moveTo>
                  <a:pt x="95841" y="38336"/>
                </a:moveTo>
                <a:cubicBezTo>
                  <a:pt x="95790" y="32526"/>
                  <a:pt x="99257" y="27261"/>
                  <a:pt x="104616" y="25012"/>
                </a:cubicBezTo>
                <a:cubicBezTo>
                  <a:pt x="109975" y="22763"/>
                  <a:pt x="116160" y="23981"/>
                  <a:pt x="120274" y="28087"/>
                </a:cubicBezTo>
                <a:cubicBezTo>
                  <a:pt x="124381" y="32202"/>
                  <a:pt x="125599" y="38387"/>
                  <a:pt x="123350" y="43746"/>
                </a:cubicBezTo>
                <a:cubicBezTo>
                  <a:pt x="121101" y="49104"/>
                  <a:pt x="115836" y="52572"/>
                  <a:pt x="110026" y="52521"/>
                </a:cubicBezTo>
                <a:cubicBezTo>
                  <a:pt x="102188" y="52521"/>
                  <a:pt x="95841" y="46174"/>
                  <a:pt x="95841" y="38336"/>
                </a:cubicBezTo>
                <a:moveTo>
                  <a:pt x="211234" y="121399"/>
                </a:moveTo>
                <a:cubicBezTo>
                  <a:pt x="232959" y="121399"/>
                  <a:pt x="253950" y="129296"/>
                  <a:pt x="270273" y="143634"/>
                </a:cubicBezTo>
                <a:cubicBezTo>
                  <a:pt x="271866" y="145440"/>
                  <a:pt x="274354" y="146173"/>
                  <a:pt x="276671" y="145517"/>
                </a:cubicBezTo>
                <a:cubicBezTo>
                  <a:pt x="278988" y="144861"/>
                  <a:pt x="280717" y="142936"/>
                  <a:pt x="281135" y="140567"/>
                </a:cubicBezTo>
                <a:cubicBezTo>
                  <a:pt x="281714" y="134195"/>
                  <a:pt x="281714" y="127771"/>
                  <a:pt x="281135" y="121399"/>
                </a:cubicBezTo>
                <a:cubicBezTo>
                  <a:pt x="281135" y="103756"/>
                  <a:pt x="266831" y="89452"/>
                  <a:pt x="249188" y="89452"/>
                </a:cubicBezTo>
                <a:lnTo>
                  <a:pt x="31947" y="89452"/>
                </a:lnTo>
                <a:cubicBezTo>
                  <a:pt x="14303" y="89452"/>
                  <a:pt x="0" y="103756"/>
                  <a:pt x="0" y="121399"/>
                </a:cubicBezTo>
                <a:lnTo>
                  <a:pt x="0" y="134178"/>
                </a:lnTo>
                <a:cubicBezTo>
                  <a:pt x="0" y="151821"/>
                  <a:pt x="14303" y="166125"/>
                  <a:pt x="31947" y="166125"/>
                </a:cubicBezTo>
                <a:lnTo>
                  <a:pt x="130216" y="166125"/>
                </a:lnTo>
                <a:cubicBezTo>
                  <a:pt x="132346" y="166099"/>
                  <a:pt x="134323" y="164992"/>
                  <a:pt x="135456" y="163186"/>
                </a:cubicBezTo>
                <a:cubicBezTo>
                  <a:pt x="151847" y="137151"/>
                  <a:pt x="180471" y="121373"/>
                  <a:pt x="211234" y="121399"/>
                </a:cubicBezTo>
                <a:moveTo>
                  <a:pt x="124338" y="127788"/>
                </a:moveTo>
                <a:cubicBezTo>
                  <a:pt x="124389" y="133590"/>
                  <a:pt x="120939" y="138846"/>
                  <a:pt x="115589" y="141104"/>
                </a:cubicBezTo>
                <a:cubicBezTo>
                  <a:pt x="110247" y="143362"/>
                  <a:pt x="104071" y="142169"/>
                  <a:pt x="99947" y="138080"/>
                </a:cubicBezTo>
                <a:cubicBezTo>
                  <a:pt x="95833" y="133999"/>
                  <a:pt x="94580" y="127831"/>
                  <a:pt x="96787" y="122472"/>
                </a:cubicBezTo>
                <a:cubicBezTo>
                  <a:pt x="99002" y="117105"/>
                  <a:pt x="104224" y="113604"/>
                  <a:pt x="110026" y="113604"/>
                </a:cubicBezTo>
                <a:cubicBezTo>
                  <a:pt x="113808" y="113570"/>
                  <a:pt x="117454" y="115052"/>
                  <a:pt x="120138" y="117710"/>
                </a:cubicBezTo>
                <a:cubicBezTo>
                  <a:pt x="122830" y="120377"/>
                  <a:pt x="124338" y="124006"/>
                  <a:pt x="124338" y="127788"/>
                </a:cubicBezTo>
                <a:moveTo>
                  <a:pt x="74884" y="127788"/>
                </a:moveTo>
                <a:cubicBezTo>
                  <a:pt x="74884" y="135626"/>
                  <a:pt x="68537" y="141973"/>
                  <a:pt x="60699" y="141973"/>
                </a:cubicBezTo>
                <a:cubicBezTo>
                  <a:pt x="52861" y="141973"/>
                  <a:pt x="46515" y="135626"/>
                  <a:pt x="46515" y="127788"/>
                </a:cubicBezTo>
                <a:cubicBezTo>
                  <a:pt x="46515" y="119951"/>
                  <a:pt x="52861" y="113604"/>
                  <a:pt x="60699" y="113604"/>
                </a:cubicBezTo>
                <a:cubicBezTo>
                  <a:pt x="64473" y="113570"/>
                  <a:pt x="68102" y="115052"/>
                  <a:pt x="70769" y="117719"/>
                </a:cubicBezTo>
                <a:cubicBezTo>
                  <a:pt x="73435" y="120385"/>
                  <a:pt x="74918" y="124014"/>
                  <a:pt x="74884" y="127788"/>
                </a:cubicBezTo>
                <a:moveTo>
                  <a:pt x="31947" y="255577"/>
                </a:moveTo>
                <a:lnTo>
                  <a:pt x="122932" y="255577"/>
                </a:lnTo>
                <a:cubicBezTo>
                  <a:pt x="125079" y="255637"/>
                  <a:pt x="127115" y="254580"/>
                  <a:pt x="128308" y="252791"/>
                </a:cubicBezTo>
                <a:cubicBezTo>
                  <a:pt x="129501" y="251002"/>
                  <a:pt x="129688" y="248728"/>
                  <a:pt x="128811" y="246760"/>
                </a:cubicBezTo>
                <a:cubicBezTo>
                  <a:pt x="120504" y="227864"/>
                  <a:pt x="119107" y="206651"/>
                  <a:pt x="124849" y="186827"/>
                </a:cubicBezTo>
                <a:cubicBezTo>
                  <a:pt x="125318" y="184935"/>
                  <a:pt x="124892" y="182925"/>
                  <a:pt x="123699" y="181383"/>
                </a:cubicBezTo>
                <a:cubicBezTo>
                  <a:pt x="122506" y="179841"/>
                  <a:pt x="120666" y="178921"/>
                  <a:pt x="118715" y="178904"/>
                </a:cubicBezTo>
                <a:lnTo>
                  <a:pt x="31947" y="178904"/>
                </a:lnTo>
                <a:cubicBezTo>
                  <a:pt x="14303" y="178904"/>
                  <a:pt x="0" y="193208"/>
                  <a:pt x="0" y="210851"/>
                </a:cubicBezTo>
                <a:lnTo>
                  <a:pt x="0" y="223630"/>
                </a:lnTo>
                <a:cubicBezTo>
                  <a:pt x="0" y="241273"/>
                  <a:pt x="14303" y="255577"/>
                  <a:pt x="31947" y="255577"/>
                </a:cubicBezTo>
                <a:moveTo>
                  <a:pt x="46515" y="217240"/>
                </a:moveTo>
                <a:cubicBezTo>
                  <a:pt x="46515" y="209403"/>
                  <a:pt x="52861" y="203056"/>
                  <a:pt x="60699" y="203056"/>
                </a:cubicBezTo>
                <a:cubicBezTo>
                  <a:pt x="68537" y="203056"/>
                  <a:pt x="74884" y="209403"/>
                  <a:pt x="74884" y="217240"/>
                </a:cubicBezTo>
                <a:cubicBezTo>
                  <a:pt x="74884" y="225078"/>
                  <a:pt x="68537" y="231425"/>
                  <a:pt x="60699" y="231425"/>
                </a:cubicBezTo>
                <a:cubicBezTo>
                  <a:pt x="56925" y="231459"/>
                  <a:pt x="53296" y="229977"/>
                  <a:pt x="50629" y="227310"/>
                </a:cubicBezTo>
                <a:cubicBezTo>
                  <a:pt x="47963" y="224644"/>
                  <a:pt x="46481" y="221015"/>
                  <a:pt x="46515" y="217240"/>
                </a:cubicBezTo>
                <a:moveTo>
                  <a:pt x="140567" y="211234"/>
                </a:moveTo>
                <a:cubicBezTo>
                  <a:pt x="140508" y="237056"/>
                  <a:pt x="154556" y="260851"/>
                  <a:pt x="177200" y="273263"/>
                </a:cubicBezTo>
                <a:cubicBezTo>
                  <a:pt x="199836" y="285676"/>
                  <a:pt x="227455" y="284722"/>
                  <a:pt x="249188" y="270784"/>
                </a:cubicBezTo>
                <a:cubicBezTo>
                  <a:pt x="250363" y="269907"/>
                  <a:pt x="251973" y="269907"/>
                  <a:pt x="253149" y="270784"/>
                </a:cubicBezTo>
                <a:lnTo>
                  <a:pt x="284841" y="302603"/>
                </a:lnTo>
                <a:cubicBezTo>
                  <a:pt x="287243" y="305023"/>
                  <a:pt x="290506" y="306386"/>
                  <a:pt x="293914" y="306386"/>
                </a:cubicBezTo>
                <a:cubicBezTo>
                  <a:pt x="297321" y="306386"/>
                  <a:pt x="300584" y="305023"/>
                  <a:pt x="302987" y="302603"/>
                </a:cubicBezTo>
                <a:cubicBezTo>
                  <a:pt x="305406" y="300201"/>
                  <a:pt x="306769" y="296938"/>
                  <a:pt x="306769" y="293530"/>
                </a:cubicBezTo>
                <a:cubicBezTo>
                  <a:pt x="306769" y="290123"/>
                  <a:pt x="305406" y="286860"/>
                  <a:pt x="302987" y="284457"/>
                </a:cubicBezTo>
                <a:lnTo>
                  <a:pt x="271167" y="252766"/>
                </a:lnTo>
                <a:cubicBezTo>
                  <a:pt x="270290" y="251590"/>
                  <a:pt x="270290" y="249980"/>
                  <a:pt x="271167" y="248804"/>
                </a:cubicBezTo>
                <a:cubicBezTo>
                  <a:pt x="287354" y="223468"/>
                  <a:pt x="285744" y="190669"/>
                  <a:pt x="267146" y="167054"/>
                </a:cubicBezTo>
                <a:cubicBezTo>
                  <a:pt x="248557" y="143430"/>
                  <a:pt x="217053" y="134152"/>
                  <a:pt x="188624" y="143932"/>
                </a:cubicBezTo>
                <a:cubicBezTo>
                  <a:pt x="160204" y="153712"/>
                  <a:pt x="141070" y="180403"/>
                  <a:pt x="140951" y="210468"/>
                </a:cubicBezTo>
                <a:lnTo>
                  <a:pt x="140951" y="211234"/>
                </a:lnTo>
                <a:moveTo>
                  <a:pt x="211234" y="166125"/>
                </a:moveTo>
                <a:cubicBezTo>
                  <a:pt x="236145" y="166125"/>
                  <a:pt x="256344" y="186324"/>
                  <a:pt x="256344" y="211234"/>
                </a:cubicBezTo>
                <a:cubicBezTo>
                  <a:pt x="256344" y="236145"/>
                  <a:pt x="236145" y="256344"/>
                  <a:pt x="211234" y="256344"/>
                </a:cubicBezTo>
                <a:cubicBezTo>
                  <a:pt x="186324" y="256344"/>
                  <a:pt x="166125" y="236145"/>
                  <a:pt x="166125" y="211234"/>
                </a:cubicBezTo>
                <a:cubicBezTo>
                  <a:pt x="166125" y="186324"/>
                  <a:pt x="186324" y="166125"/>
                  <a:pt x="211234" y="166125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3" name="Rounded Rectangle 32"/>
          <p:cNvSpPr/>
          <p:nvPr/>
        </p:nvSpPr>
        <p:spPr>
          <a:xfrm>
            <a:off x="3096039" y="3664716"/>
            <a:ext cx="230211" cy="216225"/>
          </a:xfrm>
          <a:custGeom>
            <a:avLst/>
            <a:gdLst/>
            <a:ahLst/>
            <a:cxnLst/>
            <a:rect l="0" t="0" r="0" b="0"/>
            <a:pathLst>
              <a:path w="306948" h="288300">
                <a:moveTo>
                  <a:pt x="293914" y="109012"/>
                </a:moveTo>
                <a:lnTo>
                  <a:pt x="230019" y="109012"/>
                </a:lnTo>
                <a:cubicBezTo>
                  <a:pt x="226492" y="109012"/>
                  <a:pt x="223630" y="111874"/>
                  <a:pt x="223630" y="115401"/>
                </a:cubicBezTo>
                <a:lnTo>
                  <a:pt x="223630" y="153738"/>
                </a:lnTo>
                <a:cubicBezTo>
                  <a:pt x="223630" y="164327"/>
                  <a:pt x="215051" y="172906"/>
                  <a:pt x="204462" y="172906"/>
                </a:cubicBezTo>
                <a:lnTo>
                  <a:pt x="102231" y="172906"/>
                </a:lnTo>
                <a:cubicBezTo>
                  <a:pt x="91641" y="172906"/>
                  <a:pt x="83062" y="164327"/>
                  <a:pt x="83062" y="153738"/>
                </a:cubicBezTo>
                <a:lnTo>
                  <a:pt x="83062" y="115401"/>
                </a:lnTo>
                <a:cubicBezTo>
                  <a:pt x="83062" y="111874"/>
                  <a:pt x="80200" y="109012"/>
                  <a:pt x="76673" y="109012"/>
                </a:cubicBezTo>
                <a:lnTo>
                  <a:pt x="12778" y="109012"/>
                </a:lnTo>
                <a:cubicBezTo>
                  <a:pt x="5724" y="109012"/>
                  <a:pt x="0" y="114737"/>
                  <a:pt x="0" y="121791"/>
                </a:cubicBezTo>
                <a:lnTo>
                  <a:pt x="0" y="147349"/>
                </a:lnTo>
                <a:cubicBezTo>
                  <a:pt x="0" y="154402"/>
                  <a:pt x="5724" y="160127"/>
                  <a:pt x="12778" y="160127"/>
                </a:cubicBezTo>
                <a:lnTo>
                  <a:pt x="38336" y="160127"/>
                </a:lnTo>
                <a:cubicBezTo>
                  <a:pt x="41216" y="160144"/>
                  <a:pt x="43720" y="162078"/>
                  <a:pt x="44470" y="164856"/>
                </a:cubicBezTo>
                <a:cubicBezTo>
                  <a:pt x="46165" y="172080"/>
                  <a:pt x="48389" y="179168"/>
                  <a:pt x="51115" y="186069"/>
                </a:cubicBezTo>
                <a:cubicBezTo>
                  <a:pt x="52027" y="188488"/>
                  <a:pt x="51481" y="191214"/>
                  <a:pt x="49709" y="193097"/>
                </a:cubicBezTo>
                <a:lnTo>
                  <a:pt x="31308" y="211371"/>
                </a:lnTo>
                <a:cubicBezTo>
                  <a:pt x="28914" y="213782"/>
                  <a:pt x="27585" y="217045"/>
                  <a:pt x="27602" y="220444"/>
                </a:cubicBezTo>
                <a:cubicBezTo>
                  <a:pt x="27619" y="223800"/>
                  <a:pt x="28948" y="227012"/>
                  <a:pt x="31308" y="229389"/>
                </a:cubicBezTo>
                <a:lnTo>
                  <a:pt x="58527" y="256608"/>
                </a:lnTo>
                <a:cubicBezTo>
                  <a:pt x="63511" y="261566"/>
                  <a:pt x="71561" y="261566"/>
                  <a:pt x="76545" y="256608"/>
                </a:cubicBezTo>
                <a:lnTo>
                  <a:pt x="94819" y="238334"/>
                </a:lnTo>
                <a:cubicBezTo>
                  <a:pt x="96710" y="236290"/>
                  <a:pt x="99683" y="235676"/>
                  <a:pt x="102231" y="236801"/>
                </a:cubicBezTo>
                <a:cubicBezTo>
                  <a:pt x="109123" y="239655"/>
                  <a:pt x="116211" y="242006"/>
                  <a:pt x="123444" y="243829"/>
                </a:cubicBezTo>
                <a:cubicBezTo>
                  <a:pt x="126221" y="244579"/>
                  <a:pt x="128155" y="247083"/>
                  <a:pt x="128172" y="249963"/>
                </a:cubicBezTo>
                <a:lnTo>
                  <a:pt x="128172" y="275521"/>
                </a:lnTo>
                <a:cubicBezTo>
                  <a:pt x="128172" y="282575"/>
                  <a:pt x="133897" y="288300"/>
                  <a:pt x="140951" y="288300"/>
                </a:cubicBezTo>
                <a:lnTo>
                  <a:pt x="166508" y="288300"/>
                </a:lnTo>
                <a:cubicBezTo>
                  <a:pt x="173562" y="288300"/>
                  <a:pt x="179287" y="282575"/>
                  <a:pt x="179287" y="275521"/>
                </a:cubicBezTo>
                <a:lnTo>
                  <a:pt x="179287" y="249963"/>
                </a:lnTo>
                <a:cubicBezTo>
                  <a:pt x="179304" y="247083"/>
                  <a:pt x="181238" y="244579"/>
                  <a:pt x="184015" y="243829"/>
                </a:cubicBezTo>
                <a:cubicBezTo>
                  <a:pt x="190984" y="241972"/>
                  <a:pt x="197817" y="239621"/>
                  <a:pt x="204462" y="236801"/>
                </a:cubicBezTo>
                <a:cubicBezTo>
                  <a:pt x="206838" y="235881"/>
                  <a:pt x="209539" y="236426"/>
                  <a:pt x="211362" y="238206"/>
                </a:cubicBezTo>
                <a:lnTo>
                  <a:pt x="230019" y="256608"/>
                </a:lnTo>
                <a:cubicBezTo>
                  <a:pt x="235003" y="261566"/>
                  <a:pt x="243054" y="261566"/>
                  <a:pt x="248038" y="256608"/>
                </a:cubicBezTo>
                <a:lnTo>
                  <a:pt x="275257" y="229389"/>
                </a:lnTo>
                <a:cubicBezTo>
                  <a:pt x="280215" y="224405"/>
                  <a:pt x="280215" y="216354"/>
                  <a:pt x="275257" y="211371"/>
                </a:cubicBezTo>
                <a:lnTo>
                  <a:pt x="256855" y="193097"/>
                </a:lnTo>
                <a:cubicBezTo>
                  <a:pt x="255083" y="191214"/>
                  <a:pt x="254538" y="188488"/>
                  <a:pt x="255449" y="186069"/>
                </a:cubicBezTo>
                <a:cubicBezTo>
                  <a:pt x="258303" y="179176"/>
                  <a:pt x="260655" y="172088"/>
                  <a:pt x="262478" y="164856"/>
                </a:cubicBezTo>
                <a:cubicBezTo>
                  <a:pt x="263227" y="162078"/>
                  <a:pt x="265732" y="160144"/>
                  <a:pt x="268612" y="160127"/>
                </a:cubicBezTo>
                <a:lnTo>
                  <a:pt x="294169" y="160127"/>
                </a:lnTo>
                <a:cubicBezTo>
                  <a:pt x="301223" y="160127"/>
                  <a:pt x="306948" y="154402"/>
                  <a:pt x="306948" y="147349"/>
                </a:cubicBezTo>
                <a:lnTo>
                  <a:pt x="306948" y="121791"/>
                </a:lnTo>
                <a:cubicBezTo>
                  <a:pt x="306948" y="118358"/>
                  <a:pt x="305568" y="115069"/>
                  <a:pt x="303115" y="112667"/>
                </a:cubicBezTo>
                <a:cubicBezTo>
                  <a:pt x="300661" y="110256"/>
                  <a:pt x="297347" y="108944"/>
                  <a:pt x="293914" y="109012"/>
                </a:cubicBezTo>
                <a:moveTo>
                  <a:pt x="102231" y="160127"/>
                </a:moveTo>
                <a:lnTo>
                  <a:pt x="121399" y="160127"/>
                </a:lnTo>
                <a:cubicBezTo>
                  <a:pt x="124926" y="160127"/>
                  <a:pt x="127788" y="157265"/>
                  <a:pt x="127788" y="153738"/>
                </a:cubicBezTo>
                <a:lnTo>
                  <a:pt x="127788" y="128180"/>
                </a:lnTo>
                <a:cubicBezTo>
                  <a:pt x="127788" y="124653"/>
                  <a:pt x="130651" y="121791"/>
                  <a:pt x="134178" y="121791"/>
                </a:cubicBezTo>
                <a:lnTo>
                  <a:pt x="172514" y="121791"/>
                </a:lnTo>
                <a:cubicBezTo>
                  <a:pt x="176041" y="121791"/>
                  <a:pt x="178904" y="124653"/>
                  <a:pt x="178904" y="128180"/>
                </a:cubicBezTo>
                <a:lnTo>
                  <a:pt x="178904" y="153738"/>
                </a:lnTo>
                <a:cubicBezTo>
                  <a:pt x="178904" y="157265"/>
                  <a:pt x="181766" y="160127"/>
                  <a:pt x="185293" y="160127"/>
                </a:cubicBezTo>
                <a:lnTo>
                  <a:pt x="204462" y="160127"/>
                </a:lnTo>
                <a:cubicBezTo>
                  <a:pt x="207989" y="160127"/>
                  <a:pt x="210851" y="157265"/>
                  <a:pt x="210851" y="153738"/>
                </a:cubicBezTo>
                <a:lnTo>
                  <a:pt x="210851" y="38728"/>
                </a:lnTo>
                <a:cubicBezTo>
                  <a:pt x="210851" y="36556"/>
                  <a:pt x="209744" y="34537"/>
                  <a:pt x="207912" y="33361"/>
                </a:cubicBezTo>
                <a:lnTo>
                  <a:pt x="156796" y="1414"/>
                </a:lnTo>
                <a:cubicBezTo>
                  <a:pt x="154718" y="0"/>
                  <a:pt x="151974" y="0"/>
                  <a:pt x="149896" y="1414"/>
                </a:cubicBezTo>
                <a:lnTo>
                  <a:pt x="98780" y="33361"/>
                </a:lnTo>
                <a:cubicBezTo>
                  <a:pt x="96949" y="34537"/>
                  <a:pt x="95841" y="36556"/>
                  <a:pt x="95841" y="38728"/>
                </a:cubicBezTo>
                <a:lnTo>
                  <a:pt x="95841" y="153738"/>
                </a:lnTo>
                <a:cubicBezTo>
                  <a:pt x="95841" y="157265"/>
                  <a:pt x="98704" y="160127"/>
                  <a:pt x="102231" y="160127"/>
                </a:cubicBezTo>
                <a:moveTo>
                  <a:pt x="134178" y="45117"/>
                </a:moveTo>
                <a:lnTo>
                  <a:pt x="172514" y="45117"/>
                </a:lnTo>
                <a:cubicBezTo>
                  <a:pt x="177805" y="45117"/>
                  <a:pt x="182099" y="49411"/>
                  <a:pt x="182099" y="54702"/>
                </a:cubicBezTo>
                <a:cubicBezTo>
                  <a:pt x="182099" y="59992"/>
                  <a:pt x="177805" y="64286"/>
                  <a:pt x="172514" y="64286"/>
                </a:cubicBezTo>
                <a:lnTo>
                  <a:pt x="134178" y="64286"/>
                </a:lnTo>
                <a:cubicBezTo>
                  <a:pt x="128887" y="64286"/>
                  <a:pt x="124594" y="59992"/>
                  <a:pt x="124594" y="54702"/>
                </a:cubicBezTo>
                <a:cubicBezTo>
                  <a:pt x="124594" y="49411"/>
                  <a:pt x="128887" y="45117"/>
                  <a:pt x="134178" y="45117"/>
                </a:cubicBezTo>
                <a:moveTo>
                  <a:pt x="134178" y="83454"/>
                </a:moveTo>
                <a:lnTo>
                  <a:pt x="172514" y="83454"/>
                </a:lnTo>
                <a:cubicBezTo>
                  <a:pt x="177805" y="83454"/>
                  <a:pt x="182099" y="87748"/>
                  <a:pt x="182099" y="93038"/>
                </a:cubicBezTo>
                <a:cubicBezTo>
                  <a:pt x="182099" y="98329"/>
                  <a:pt x="177805" y="102622"/>
                  <a:pt x="172514" y="102622"/>
                </a:cubicBezTo>
                <a:lnTo>
                  <a:pt x="134178" y="102622"/>
                </a:lnTo>
                <a:cubicBezTo>
                  <a:pt x="128887" y="102622"/>
                  <a:pt x="124594" y="98329"/>
                  <a:pt x="124594" y="93038"/>
                </a:cubicBezTo>
                <a:cubicBezTo>
                  <a:pt x="124594" y="87748"/>
                  <a:pt x="128887" y="83454"/>
                  <a:pt x="134178" y="83454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4" name="Rounded Rectangle 33"/>
          <p:cNvSpPr/>
          <p:nvPr/>
        </p:nvSpPr>
        <p:spPr>
          <a:xfrm>
            <a:off x="3865168" y="3657817"/>
            <a:ext cx="224844" cy="230441"/>
          </a:xfrm>
          <a:custGeom>
            <a:avLst/>
            <a:gdLst/>
            <a:ahLst/>
            <a:cxnLst/>
            <a:rect l="0" t="0" r="0" b="0"/>
            <a:pathLst>
              <a:path w="299792" h="307255">
                <a:moveTo>
                  <a:pt x="272956" y="55468"/>
                </a:moveTo>
                <a:lnTo>
                  <a:pt x="268867" y="5886"/>
                </a:lnTo>
                <a:cubicBezTo>
                  <a:pt x="268603" y="2555"/>
                  <a:pt x="265817" y="0"/>
                  <a:pt x="262478" y="8"/>
                </a:cubicBezTo>
                <a:lnTo>
                  <a:pt x="235898" y="8"/>
                </a:lnTo>
                <a:cubicBezTo>
                  <a:pt x="232558" y="0"/>
                  <a:pt x="229772" y="2555"/>
                  <a:pt x="229508" y="5886"/>
                </a:cubicBezTo>
                <a:lnTo>
                  <a:pt x="225419" y="55468"/>
                </a:lnTo>
                <a:lnTo>
                  <a:pt x="272956" y="55468"/>
                </a:lnTo>
                <a:moveTo>
                  <a:pt x="74884" y="55468"/>
                </a:moveTo>
                <a:lnTo>
                  <a:pt x="70795" y="5886"/>
                </a:lnTo>
                <a:cubicBezTo>
                  <a:pt x="70530" y="2555"/>
                  <a:pt x="67745" y="0"/>
                  <a:pt x="64405" y="8"/>
                </a:cubicBezTo>
                <a:lnTo>
                  <a:pt x="37825" y="8"/>
                </a:lnTo>
                <a:cubicBezTo>
                  <a:pt x="34485" y="0"/>
                  <a:pt x="31700" y="2555"/>
                  <a:pt x="31436" y="5886"/>
                </a:cubicBezTo>
                <a:lnTo>
                  <a:pt x="27346" y="55468"/>
                </a:lnTo>
                <a:lnTo>
                  <a:pt x="74884" y="55468"/>
                </a:lnTo>
                <a:moveTo>
                  <a:pt x="71561" y="127797"/>
                </a:moveTo>
                <a:lnTo>
                  <a:pt x="80379" y="121407"/>
                </a:lnTo>
                <a:lnTo>
                  <a:pt x="76545" y="74637"/>
                </a:lnTo>
                <a:lnTo>
                  <a:pt x="25685" y="74637"/>
                </a:lnTo>
                <a:lnTo>
                  <a:pt x="21340" y="127797"/>
                </a:lnTo>
                <a:lnTo>
                  <a:pt x="71561" y="127797"/>
                </a:lnTo>
                <a:moveTo>
                  <a:pt x="228741" y="127797"/>
                </a:moveTo>
                <a:lnTo>
                  <a:pt x="278962" y="127797"/>
                </a:lnTo>
                <a:lnTo>
                  <a:pt x="274618" y="74637"/>
                </a:lnTo>
                <a:lnTo>
                  <a:pt x="223758" y="74637"/>
                </a:lnTo>
                <a:lnTo>
                  <a:pt x="219924" y="121407"/>
                </a:lnTo>
                <a:lnTo>
                  <a:pt x="228741" y="127797"/>
                </a:lnTo>
                <a:moveTo>
                  <a:pt x="281135" y="146965"/>
                </a:moveTo>
                <a:lnTo>
                  <a:pt x="222480" y="146965"/>
                </a:lnTo>
                <a:lnTo>
                  <a:pt x="161397" y="102239"/>
                </a:lnTo>
                <a:cubicBezTo>
                  <a:pt x="154684" y="97375"/>
                  <a:pt x="145619" y="97375"/>
                  <a:pt x="138906" y="102239"/>
                </a:cubicBezTo>
                <a:lnTo>
                  <a:pt x="77823" y="146965"/>
                </a:lnTo>
                <a:lnTo>
                  <a:pt x="19168" y="146965"/>
                </a:lnTo>
                <a:cubicBezTo>
                  <a:pt x="8578" y="146965"/>
                  <a:pt x="0" y="155544"/>
                  <a:pt x="0" y="166133"/>
                </a:cubicBezTo>
                <a:lnTo>
                  <a:pt x="0" y="287533"/>
                </a:lnTo>
                <a:cubicBezTo>
                  <a:pt x="0" y="291060"/>
                  <a:pt x="2862" y="293922"/>
                  <a:pt x="6389" y="293922"/>
                </a:cubicBezTo>
                <a:lnTo>
                  <a:pt x="90346" y="293922"/>
                </a:lnTo>
                <a:cubicBezTo>
                  <a:pt x="85601" y="290719"/>
                  <a:pt x="81810" y="286306"/>
                  <a:pt x="79356" y="281143"/>
                </a:cubicBezTo>
                <a:cubicBezTo>
                  <a:pt x="74211" y="269481"/>
                  <a:pt x="76579" y="255875"/>
                  <a:pt x="85362" y="246640"/>
                </a:cubicBezTo>
                <a:lnTo>
                  <a:pt x="89196" y="242551"/>
                </a:lnTo>
                <a:lnTo>
                  <a:pt x="85235" y="238334"/>
                </a:lnTo>
                <a:cubicBezTo>
                  <a:pt x="76298" y="229048"/>
                  <a:pt x="73793" y="215315"/>
                  <a:pt x="78862" y="203473"/>
                </a:cubicBezTo>
                <a:cubicBezTo>
                  <a:pt x="83940" y="191623"/>
                  <a:pt x="95611" y="183964"/>
                  <a:pt x="108492" y="184024"/>
                </a:cubicBezTo>
                <a:cubicBezTo>
                  <a:pt x="110988" y="184007"/>
                  <a:pt x="113484" y="184305"/>
                  <a:pt x="115904" y="184918"/>
                </a:cubicBezTo>
                <a:lnTo>
                  <a:pt x="121271" y="186069"/>
                </a:lnTo>
                <a:lnTo>
                  <a:pt x="122805" y="180829"/>
                </a:lnTo>
                <a:cubicBezTo>
                  <a:pt x="126766" y="167258"/>
                  <a:pt x="139213" y="157938"/>
                  <a:pt x="153346" y="157938"/>
                </a:cubicBezTo>
                <a:cubicBezTo>
                  <a:pt x="167480" y="157938"/>
                  <a:pt x="179926" y="167258"/>
                  <a:pt x="183888" y="180829"/>
                </a:cubicBezTo>
                <a:lnTo>
                  <a:pt x="185549" y="186069"/>
                </a:lnTo>
                <a:lnTo>
                  <a:pt x="190916" y="184918"/>
                </a:lnTo>
                <a:cubicBezTo>
                  <a:pt x="193293" y="184305"/>
                  <a:pt x="195746" y="184007"/>
                  <a:pt x="198200" y="184024"/>
                </a:cubicBezTo>
                <a:cubicBezTo>
                  <a:pt x="210706" y="184271"/>
                  <a:pt x="221901" y="191819"/>
                  <a:pt x="226825" y="203320"/>
                </a:cubicBezTo>
                <a:cubicBezTo>
                  <a:pt x="232081" y="214949"/>
                  <a:pt x="229755" y="228597"/>
                  <a:pt x="220946" y="237823"/>
                </a:cubicBezTo>
                <a:lnTo>
                  <a:pt x="217113" y="242040"/>
                </a:lnTo>
                <a:lnTo>
                  <a:pt x="220946" y="246129"/>
                </a:lnTo>
                <a:cubicBezTo>
                  <a:pt x="229977" y="255458"/>
                  <a:pt x="232311" y="269378"/>
                  <a:pt x="226825" y="281143"/>
                </a:cubicBezTo>
                <a:cubicBezTo>
                  <a:pt x="224380" y="286272"/>
                  <a:pt x="220631" y="290676"/>
                  <a:pt x="215963" y="293922"/>
                </a:cubicBezTo>
                <a:lnTo>
                  <a:pt x="293403" y="293922"/>
                </a:lnTo>
                <a:cubicBezTo>
                  <a:pt x="296930" y="293922"/>
                  <a:pt x="299792" y="291060"/>
                  <a:pt x="299792" y="287533"/>
                </a:cubicBezTo>
                <a:lnTo>
                  <a:pt x="299792" y="166133"/>
                </a:lnTo>
                <a:cubicBezTo>
                  <a:pt x="299792" y="155740"/>
                  <a:pt x="291520" y="147246"/>
                  <a:pt x="281135" y="146965"/>
                </a:cubicBezTo>
                <a:moveTo>
                  <a:pt x="197561" y="248557"/>
                </a:moveTo>
                <a:cubicBezTo>
                  <a:pt x="194247" y="244945"/>
                  <a:pt x="194247" y="239391"/>
                  <a:pt x="197561" y="235778"/>
                </a:cubicBezTo>
                <a:lnTo>
                  <a:pt x="207401" y="225044"/>
                </a:lnTo>
                <a:cubicBezTo>
                  <a:pt x="211507" y="220887"/>
                  <a:pt x="212265" y="214480"/>
                  <a:pt x="209249" y="209471"/>
                </a:cubicBezTo>
                <a:cubicBezTo>
                  <a:pt x="206234" y="204470"/>
                  <a:pt x="200219" y="202144"/>
                  <a:pt x="194622" y="203831"/>
                </a:cubicBezTo>
                <a:lnTo>
                  <a:pt x="180565" y="207154"/>
                </a:lnTo>
                <a:cubicBezTo>
                  <a:pt x="175701" y="208176"/>
                  <a:pt x="170845" y="205365"/>
                  <a:pt x="169320" y="200636"/>
                </a:cubicBezTo>
                <a:lnTo>
                  <a:pt x="165103" y="186707"/>
                </a:lnTo>
                <a:cubicBezTo>
                  <a:pt x="163441" y="181366"/>
                  <a:pt x="158500" y="177720"/>
                  <a:pt x="152903" y="177720"/>
                </a:cubicBezTo>
                <a:cubicBezTo>
                  <a:pt x="147297" y="177720"/>
                  <a:pt x="142356" y="181366"/>
                  <a:pt x="140695" y="186707"/>
                </a:cubicBezTo>
                <a:lnTo>
                  <a:pt x="137372" y="200381"/>
                </a:lnTo>
                <a:cubicBezTo>
                  <a:pt x="135788" y="205126"/>
                  <a:pt x="130898" y="207937"/>
                  <a:pt x="125999" y="206898"/>
                </a:cubicBezTo>
                <a:lnTo>
                  <a:pt x="111815" y="203576"/>
                </a:lnTo>
                <a:cubicBezTo>
                  <a:pt x="106218" y="201889"/>
                  <a:pt x="100203" y="204215"/>
                  <a:pt x="97187" y="209215"/>
                </a:cubicBezTo>
                <a:cubicBezTo>
                  <a:pt x="94171" y="214225"/>
                  <a:pt x="94930" y="220631"/>
                  <a:pt x="99036" y="224789"/>
                </a:cubicBezTo>
                <a:lnTo>
                  <a:pt x="109003" y="235523"/>
                </a:lnTo>
                <a:cubicBezTo>
                  <a:pt x="112198" y="239186"/>
                  <a:pt x="112198" y="244638"/>
                  <a:pt x="109003" y="248302"/>
                </a:cubicBezTo>
                <a:lnTo>
                  <a:pt x="99036" y="259164"/>
                </a:lnTo>
                <a:cubicBezTo>
                  <a:pt x="93737" y="263014"/>
                  <a:pt x="92212" y="270256"/>
                  <a:pt x="95500" y="275921"/>
                </a:cubicBezTo>
                <a:cubicBezTo>
                  <a:pt x="98797" y="281586"/>
                  <a:pt x="105843" y="283844"/>
                  <a:pt x="111815" y="281143"/>
                </a:cubicBezTo>
                <a:lnTo>
                  <a:pt x="125871" y="277821"/>
                </a:lnTo>
                <a:cubicBezTo>
                  <a:pt x="130787" y="276654"/>
                  <a:pt x="135762" y="279508"/>
                  <a:pt x="137245" y="284338"/>
                </a:cubicBezTo>
                <a:lnTo>
                  <a:pt x="141462" y="298267"/>
                </a:lnTo>
                <a:cubicBezTo>
                  <a:pt x="143123" y="303609"/>
                  <a:pt x="148064" y="307255"/>
                  <a:pt x="153661" y="307255"/>
                </a:cubicBezTo>
                <a:cubicBezTo>
                  <a:pt x="159267" y="307255"/>
                  <a:pt x="164208" y="303609"/>
                  <a:pt x="165869" y="298267"/>
                </a:cubicBezTo>
                <a:lnTo>
                  <a:pt x="170086" y="284338"/>
                </a:lnTo>
                <a:cubicBezTo>
                  <a:pt x="171509" y="279525"/>
                  <a:pt x="176450" y="276662"/>
                  <a:pt x="181332" y="277821"/>
                </a:cubicBezTo>
                <a:lnTo>
                  <a:pt x="195389" y="281143"/>
                </a:lnTo>
                <a:cubicBezTo>
                  <a:pt x="201037" y="282941"/>
                  <a:pt x="207179" y="280615"/>
                  <a:pt x="210221" y="275529"/>
                </a:cubicBezTo>
                <a:cubicBezTo>
                  <a:pt x="213271" y="270443"/>
                  <a:pt x="212419" y="263935"/>
                  <a:pt x="208167" y="259803"/>
                </a:cubicBezTo>
                <a:lnTo>
                  <a:pt x="197561" y="248557"/>
                </a:lnTo>
                <a:moveTo>
                  <a:pt x="153346" y="262742"/>
                </a:moveTo>
                <a:cubicBezTo>
                  <a:pt x="144912" y="262742"/>
                  <a:pt x="137304" y="257656"/>
                  <a:pt x="134093" y="249852"/>
                </a:cubicBezTo>
                <a:cubicBezTo>
                  <a:pt x="130872" y="242057"/>
                  <a:pt x="132678" y="233086"/>
                  <a:pt x="138659" y="227140"/>
                </a:cubicBezTo>
                <a:cubicBezTo>
                  <a:pt x="144648" y="221193"/>
                  <a:pt x="153627" y="219438"/>
                  <a:pt x="161405" y="222701"/>
                </a:cubicBezTo>
                <a:cubicBezTo>
                  <a:pt x="169183" y="225973"/>
                  <a:pt x="174227" y="233606"/>
                  <a:pt x="174176" y="242040"/>
                </a:cubicBezTo>
                <a:cubicBezTo>
                  <a:pt x="174108" y="253490"/>
                  <a:pt x="164804" y="262742"/>
                  <a:pt x="153346" y="262742"/>
                </a:cubicBezTo>
              </a:path>
            </a:pathLst>
          </a:custGeom>
          <a:solidFill>
            <a:srgbClr val="384F61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41" name="Group 40"/>
          <p:cNvGrpSpPr/>
          <p:nvPr/>
        </p:nvGrpSpPr>
        <p:grpSpPr>
          <a:xfrm>
            <a:off x="6383842" y="2599600"/>
            <a:ext cx="555019" cy="483175"/>
            <a:chOff x="6530588" y="1236927"/>
            <a:chExt cx="740025" cy="644233"/>
          </a:xfrm>
        </p:grpSpPr>
        <p:sp>
          <p:nvSpPr>
            <p:cNvPr id="35" name="TextBox 34"/>
            <p:cNvSpPr txBox="1"/>
            <p:nvPr/>
          </p:nvSpPr>
          <p:spPr>
            <a:xfrm>
              <a:off x="6530588" y="1236927"/>
              <a:ext cx="740025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Document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30588" y="1344354"/>
              <a:ext cx="7400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technical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530588" y="1451697"/>
              <a:ext cx="740025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challenges, team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30588" y="1559125"/>
              <a:ext cx="7400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collaboration, and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530588" y="1666467"/>
              <a:ext cx="7400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risk mitigation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30588" y="1773810"/>
              <a:ext cx="740025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strategies.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609384" y="2680131"/>
            <a:ext cx="570455" cy="402642"/>
            <a:chOff x="5497977" y="1344303"/>
            <a:chExt cx="760607" cy="536856"/>
          </a:xfrm>
        </p:grpSpPr>
        <p:sp>
          <p:nvSpPr>
            <p:cNvPr id="42" name="TextBox 41"/>
            <p:cNvSpPr txBox="1"/>
            <p:nvPr/>
          </p:nvSpPr>
          <p:spPr>
            <a:xfrm>
              <a:off x="5497977" y="1344303"/>
              <a:ext cx="76060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Utilize Application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97977" y="1451645"/>
              <a:ext cx="76060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Insights, Log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497977" y="1558988"/>
              <a:ext cx="760607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Analytics, and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497977" y="1666416"/>
              <a:ext cx="76060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metrics for system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497977" y="1773758"/>
              <a:ext cx="760607" cy="1074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monitoring.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845348" y="2680131"/>
            <a:ext cx="565069" cy="402642"/>
            <a:chOff x="4479262" y="1344303"/>
            <a:chExt cx="753425" cy="536856"/>
          </a:xfrm>
        </p:grpSpPr>
        <p:sp>
          <p:nvSpPr>
            <p:cNvPr id="48" name="TextBox 47"/>
            <p:cNvSpPr txBox="1"/>
            <p:nvPr/>
          </p:nvSpPr>
          <p:spPr>
            <a:xfrm>
              <a:off x="4479262" y="1344303"/>
              <a:ext cx="7534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Conduct readiness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479262" y="1451645"/>
              <a:ext cx="7534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assessments, wave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79262" y="1558988"/>
              <a:ext cx="753425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planning, and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79262" y="1666416"/>
              <a:ext cx="75342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integration with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79262" y="1773758"/>
              <a:ext cx="753425" cy="1074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Azure DevOps.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4070327" y="2519066"/>
            <a:ext cx="581637" cy="563708"/>
            <a:chOff x="3445902" y="1129550"/>
            <a:chExt cx="775516" cy="751610"/>
          </a:xfrm>
        </p:grpSpPr>
        <p:sp>
          <p:nvSpPr>
            <p:cNvPr id="54" name="TextBox 53"/>
            <p:cNvSpPr txBox="1"/>
            <p:nvPr/>
          </p:nvSpPr>
          <p:spPr>
            <a:xfrm>
              <a:off x="3445902" y="1129550"/>
              <a:ext cx="775516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Configure Azure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445902" y="1236977"/>
              <a:ext cx="77551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DevOps YAML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445902" y="1344320"/>
              <a:ext cx="77551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pipelines with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445902" y="1451663"/>
              <a:ext cx="775516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reusable templates,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445902" y="1559090"/>
              <a:ext cx="77551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self-hosted agents,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445902" y="1666433"/>
              <a:ext cx="775516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and security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445902" y="1773861"/>
              <a:ext cx="775516" cy="1072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scanning.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3323330" y="2599600"/>
            <a:ext cx="542169" cy="483175"/>
            <a:chOff x="2449907" y="1236927"/>
            <a:chExt cx="722892" cy="644233"/>
          </a:xfrm>
        </p:grpSpPr>
        <p:sp>
          <p:nvSpPr>
            <p:cNvPr id="62" name="TextBox 61"/>
            <p:cNvSpPr txBox="1"/>
            <p:nvPr/>
          </p:nvSpPr>
          <p:spPr>
            <a:xfrm>
              <a:off x="2449907" y="1236927"/>
              <a:ext cx="722892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Develop multi-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449907" y="1344354"/>
              <a:ext cx="72289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stage Dockerfiles,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49907" y="1451697"/>
              <a:ext cx="722892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Docker Compose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449907" y="1559125"/>
              <a:ext cx="72289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setups, and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449907" y="1666467"/>
              <a:ext cx="722892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implement health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449907" y="1773810"/>
              <a:ext cx="722892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checks.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2579561" y="2599600"/>
            <a:ext cx="496248" cy="483175"/>
            <a:chOff x="1458215" y="1236927"/>
            <a:chExt cx="661664" cy="644233"/>
          </a:xfrm>
        </p:grpSpPr>
        <p:sp>
          <p:nvSpPr>
            <p:cNvPr id="69" name="TextBox 68"/>
            <p:cNvSpPr txBox="1"/>
            <p:nvPr/>
          </p:nvSpPr>
          <p:spPr>
            <a:xfrm>
              <a:off x="1458215" y="1236927"/>
              <a:ext cx="661664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Outline the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458215" y="1344354"/>
              <a:ext cx="661664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integration of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458215" y="1451697"/>
              <a:ext cx="661664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Azure DevOps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458215" y="1559125"/>
              <a:ext cx="661664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Services, Azure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458215" y="1666467"/>
              <a:ext cx="661664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Container Apps,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458215" y="1773810"/>
              <a:ext cx="661664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and Jira Cloud.</a:t>
              </a: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1774589" y="2599600"/>
            <a:ext cx="572717" cy="483175"/>
            <a:chOff x="384917" y="1236927"/>
            <a:chExt cx="763623" cy="644233"/>
          </a:xfrm>
        </p:grpSpPr>
        <p:sp>
          <p:nvSpPr>
            <p:cNvPr id="76" name="TextBox 75"/>
            <p:cNvSpPr txBox="1"/>
            <p:nvPr/>
          </p:nvSpPr>
          <p:spPr>
            <a:xfrm>
              <a:off x="384917" y="1236927"/>
              <a:ext cx="763623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Present the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84917" y="1344354"/>
              <a:ext cx="763623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migration scope,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84917" y="1451697"/>
              <a:ext cx="763623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objectives, and key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84917" y="1559125"/>
              <a:ext cx="763623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accomplishments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84917" y="1666467"/>
              <a:ext cx="763623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 the executive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84917" y="1773810"/>
              <a:ext cx="763623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summary.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5637241" y="2457804"/>
            <a:ext cx="514752" cy="183989"/>
            <a:chOff x="5535121" y="1047865"/>
            <a:chExt cx="686336" cy="245319"/>
          </a:xfrm>
        </p:grpSpPr>
        <p:sp>
          <p:nvSpPr>
            <p:cNvPr id="83" name="TextBox 82"/>
            <p:cNvSpPr txBox="1"/>
            <p:nvPr/>
          </p:nvSpPr>
          <p:spPr>
            <a:xfrm>
              <a:off x="5535121" y="1047865"/>
              <a:ext cx="686336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Monitor and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535121" y="1170542"/>
              <a:ext cx="686336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Observe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4874401" y="2457804"/>
            <a:ext cx="506963" cy="183989"/>
            <a:chOff x="4517999" y="1047865"/>
            <a:chExt cx="675951" cy="245319"/>
          </a:xfrm>
        </p:grpSpPr>
        <p:sp>
          <p:nvSpPr>
            <p:cNvPr id="86" name="TextBox 85"/>
            <p:cNvSpPr txBox="1"/>
            <p:nvPr/>
          </p:nvSpPr>
          <p:spPr>
            <a:xfrm>
              <a:off x="4517999" y="1047865"/>
              <a:ext cx="675951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Migrate Jira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517999" y="1170542"/>
              <a:ext cx="675951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Cloud</a:t>
              </a: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6424273" y="2377272"/>
            <a:ext cx="474147" cy="183989"/>
            <a:chOff x="6584497" y="940489"/>
            <a:chExt cx="632196" cy="245319"/>
          </a:xfrm>
        </p:grpSpPr>
        <p:sp>
          <p:nvSpPr>
            <p:cNvPr id="89" name="TextBox 88"/>
            <p:cNvSpPr txBox="1"/>
            <p:nvPr/>
          </p:nvSpPr>
          <p:spPr>
            <a:xfrm>
              <a:off x="6584497" y="940489"/>
              <a:ext cx="632196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Review Key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584497" y="1063166"/>
              <a:ext cx="632196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Learnings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330850" y="2377272"/>
            <a:ext cx="527129" cy="183989"/>
            <a:chOff x="2459934" y="940489"/>
            <a:chExt cx="702838" cy="245319"/>
          </a:xfrm>
        </p:grpSpPr>
        <p:sp>
          <p:nvSpPr>
            <p:cNvPr id="92" name="TextBox 91"/>
            <p:cNvSpPr txBox="1"/>
            <p:nvPr/>
          </p:nvSpPr>
          <p:spPr>
            <a:xfrm>
              <a:off x="2459934" y="940489"/>
              <a:ext cx="70283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Containerize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459934" y="1063166"/>
              <a:ext cx="702838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Applications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2544255" y="2377272"/>
            <a:ext cx="566864" cy="183989"/>
            <a:chOff x="1411138" y="940489"/>
            <a:chExt cx="755819" cy="245319"/>
          </a:xfrm>
        </p:grpSpPr>
        <p:sp>
          <p:nvSpPr>
            <p:cNvPr id="95" name="TextBox 94"/>
            <p:cNvSpPr txBox="1"/>
            <p:nvPr/>
          </p:nvSpPr>
          <p:spPr>
            <a:xfrm>
              <a:off x="1411138" y="940489"/>
              <a:ext cx="755819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Design Target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411138" y="1063166"/>
              <a:ext cx="755819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Architecture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4112491" y="2296738"/>
            <a:ext cx="497309" cy="183989"/>
            <a:chOff x="3502120" y="833110"/>
            <a:chExt cx="663079" cy="245319"/>
          </a:xfrm>
        </p:grpSpPr>
        <p:sp>
          <p:nvSpPr>
            <p:cNvPr id="98" name="TextBox 97"/>
            <p:cNvSpPr txBox="1"/>
            <p:nvPr/>
          </p:nvSpPr>
          <p:spPr>
            <a:xfrm>
              <a:off x="3502120" y="833110"/>
              <a:ext cx="663079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Build CI/CD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502120" y="955787"/>
              <a:ext cx="663079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Pipelines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1853893" y="2285287"/>
            <a:ext cx="414119" cy="275972"/>
            <a:chOff x="490658" y="817845"/>
            <a:chExt cx="552158" cy="367962"/>
          </a:xfrm>
        </p:grpSpPr>
        <p:sp>
          <p:nvSpPr>
            <p:cNvPr id="101" name="TextBox 100"/>
            <p:cNvSpPr txBox="1"/>
            <p:nvPr/>
          </p:nvSpPr>
          <p:spPr>
            <a:xfrm>
              <a:off x="490658" y="817845"/>
              <a:ext cx="55215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Define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490658" y="940522"/>
              <a:ext cx="55215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Migration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90658" y="1063199"/>
              <a:ext cx="552158" cy="12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Scope</a:t>
              </a: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2177620" y="4079524"/>
            <a:ext cx="533384" cy="183989"/>
            <a:chOff x="922294" y="3210159"/>
            <a:chExt cx="711178" cy="245319"/>
          </a:xfrm>
        </p:grpSpPr>
        <p:sp>
          <p:nvSpPr>
            <p:cNvPr id="105" name="TextBox 104"/>
            <p:cNvSpPr txBox="1"/>
            <p:nvPr/>
          </p:nvSpPr>
          <p:spPr>
            <a:xfrm>
              <a:off x="922294" y="3210159"/>
              <a:ext cx="71117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Analyze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22294" y="3332836"/>
              <a:ext cx="711178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Current State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3003993" y="4079523"/>
            <a:ext cx="414119" cy="275972"/>
            <a:chOff x="2024124" y="3210159"/>
            <a:chExt cx="552158" cy="367962"/>
          </a:xfrm>
        </p:grpSpPr>
        <p:sp>
          <p:nvSpPr>
            <p:cNvPr id="108" name="TextBox 107"/>
            <p:cNvSpPr txBox="1"/>
            <p:nvPr/>
          </p:nvSpPr>
          <p:spPr>
            <a:xfrm>
              <a:off x="2024124" y="3210159"/>
              <a:ext cx="55215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Execute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2024124" y="3332836"/>
              <a:ext cx="55215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Migration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2024124" y="3455513"/>
              <a:ext cx="552158" cy="12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Approach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3692220" y="4079524"/>
            <a:ext cx="571120" cy="183989"/>
            <a:chOff x="2941758" y="3210159"/>
            <a:chExt cx="761493" cy="245319"/>
          </a:xfrm>
        </p:grpSpPr>
        <p:sp>
          <p:nvSpPr>
            <p:cNvPr id="112" name="TextBox 111"/>
            <p:cNvSpPr txBox="1"/>
            <p:nvPr/>
          </p:nvSpPr>
          <p:spPr>
            <a:xfrm>
              <a:off x="2941758" y="3210159"/>
              <a:ext cx="761493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Provision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2941758" y="3332836"/>
              <a:ext cx="761493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Infrastructure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4506840" y="4079523"/>
            <a:ext cx="475349" cy="275972"/>
            <a:chOff x="4027920" y="3210159"/>
            <a:chExt cx="633798" cy="367962"/>
          </a:xfrm>
        </p:grpSpPr>
        <p:sp>
          <p:nvSpPr>
            <p:cNvPr id="115" name="TextBox 114"/>
            <p:cNvSpPr txBox="1"/>
            <p:nvPr/>
          </p:nvSpPr>
          <p:spPr>
            <a:xfrm>
              <a:off x="4027920" y="3210159"/>
              <a:ext cx="63379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Implement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027920" y="3332836"/>
              <a:ext cx="633798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Security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027920" y="3455513"/>
              <a:ext cx="633798" cy="12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Governance</a:t>
              </a: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5318901" y="4079523"/>
            <a:ext cx="384695" cy="275972"/>
            <a:chOff x="5110666" y="3210159"/>
            <a:chExt cx="512927" cy="367962"/>
          </a:xfrm>
        </p:grpSpPr>
        <p:sp>
          <p:nvSpPr>
            <p:cNvPr id="119" name="TextBox 118"/>
            <p:cNvSpPr txBox="1"/>
            <p:nvPr/>
          </p:nvSpPr>
          <p:spPr>
            <a:xfrm>
              <a:off x="5110666" y="3210159"/>
              <a:ext cx="512927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Establish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110666" y="3332836"/>
              <a:ext cx="512927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Rollback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5110666" y="3455513"/>
              <a:ext cx="512927" cy="12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Strategy</a:t>
              </a: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6059538" y="4079523"/>
            <a:ext cx="436878" cy="275972"/>
            <a:chOff x="6098184" y="3210159"/>
            <a:chExt cx="582504" cy="367962"/>
          </a:xfrm>
        </p:grpSpPr>
        <p:sp>
          <p:nvSpPr>
            <p:cNvPr id="123" name="TextBox 122"/>
            <p:cNvSpPr txBox="1"/>
            <p:nvPr/>
          </p:nvSpPr>
          <p:spPr>
            <a:xfrm>
              <a:off x="6098184" y="3210159"/>
              <a:ext cx="582504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Execute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6098184" y="3332836"/>
              <a:ext cx="582504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Hypercare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098184" y="3455513"/>
              <a:ext cx="582504" cy="1226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Plan</a:t>
              </a: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6843976" y="4079524"/>
            <a:ext cx="401468" cy="183989"/>
            <a:chOff x="7144102" y="3210159"/>
            <a:chExt cx="535290" cy="245319"/>
          </a:xfrm>
        </p:grpSpPr>
        <p:sp>
          <p:nvSpPr>
            <p:cNvPr id="127" name="TextBox 126"/>
            <p:cNvSpPr txBox="1"/>
            <p:nvPr/>
          </p:nvSpPr>
          <p:spPr>
            <a:xfrm>
              <a:off x="7144102" y="3210159"/>
              <a:ext cx="535290" cy="122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Plan Next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7144102" y="3332836"/>
              <a:ext cx="535290" cy="122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525" b="1">
                  <a:solidFill>
                    <a:srgbClr val="384F61"/>
                  </a:solidFill>
                  <a:latin typeface="Georgia"/>
                </a:rPr>
                <a:t>Steps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2151067" y="4301854"/>
            <a:ext cx="586499" cy="483175"/>
            <a:chOff x="886888" y="3506599"/>
            <a:chExt cx="781999" cy="644233"/>
          </a:xfrm>
        </p:grpSpPr>
        <p:sp>
          <p:nvSpPr>
            <p:cNvPr id="130" name="TextBox 129"/>
            <p:cNvSpPr txBox="1"/>
            <p:nvPr/>
          </p:nvSpPr>
          <p:spPr>
            <a:xfrm>
              <a:off x="886888" y="3506599"/>
              <a:ext cx="781999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Review the on-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886888" y="3614026"/>
              <a:ext cx="781999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prem toolchain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886888" y="3721369"/>
              <a:ext cx="781999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overview and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86888" y="3828797"/>
              <a:ext cx="781999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identify existing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886888" y="3936139"/>
              <a:ext cx="781999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challenges and pain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86888" y="4043482"/>
              <a:ext cx="781999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points.</a:t>
              </a:r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734580" y="4301852"/>
            <a:ext cx="486396" cy="402642"/>
            <a:chOff x="2998240" y="3506597"/>
            <a:chExt cx="648528" cy="536856"/>
          </a:xfrm>
        </p:grpSpPr>
        <p:sp>
          <p:nvSpPr>
            <p:cNvPr id="137" name="TextBox 136"/>
            <p:cNvSpPr txBox="1"/>
            <p:nvPr/>
          </p:nvSpPr>
          <p:spPr>
            <a:xfrm>
              <a:off x="2998240" y="3506597"/>
              <a:ext cx="64852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Deploy Bicep or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2998240" y="3613939"/>
              <a:ext cx="64852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Terraform tem-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98240" y="3721282"/>
              <a:ext cx="648528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plates to ensure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998240" y="3828710"/>
              <a:ext cx="64852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environment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2998240" y="3936052"/>
              <a:ext cx="648528" cy="1074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repeatability.</a:t>
              </a:r>
            </a:p>
          </p:txBody>
        </p:sp>
      </p:grpSp>
      <p:grpSp>
        <p:nvGrpSpPr>
          <p:cNvPr id="149" name="Group 148"/>
          <p:cNvGrpSpPr/>
          <p:nvPr/>
        </p:nvGrpSpPr>
        <p:grpSpPr>
          <a:xfrm>
            <a:off x="6755989" y="4301854"/>
            <a:ext cx="577445" cy="483175"/>
            <a:chOff x="7026783" y="3506599"/>
            <a:chExt cx="769927" cy="644233"/>
          </a:xfrm>
        </p:grpSpPr>
        <p:sp>
          <p:nvSpPr>
            <p:cNvPr id="143" name="TextBox 142"/>
            <p:cNvSpPr txBox="1"/>
            <p:nvPr/>
          </p:nvSpPr>
          <p:spPr>
            <a:xfrm>
              <a:off x="7026783" y="3506599"/>
              <a:ext cx="769927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Outline production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026783" y="3614026"/>
              <a:ext cx="76992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deployment,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026783" y="3721369"/>
              <a:ext cx="769927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toolchain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026783" y="3828797"/>
              <a:ext cx="76992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optimization, and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026783" y="3936139"/>
              <a:ext cx="769927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continuous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7026783" y="4043482"/>
              <a:ext cx="769927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improvement.</a:t>
              </a: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2923360" y="4393835"/>
            <a:ext cx="575381" cy="483175"/>
            <a:chOff x="1916611" y="3629240"/>
            <a:chExt cx="767175" cy="644233"/>
          </a:xfrm>
        </p:grpSpPr>
        <p:sp>
          <p:nvSpPr>
            <p:cNvPr id="150" name="TextBox 149"/>
            <p:cNvSpPr txBox="1"/>
            <p:nvPr/>
          </p:nvSpPr>
          <p:spPr>
            <a:xfrm>
              <a:off x="1916611" y="3629240"/>
              <a:ext cx="767175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Implement a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916611" y="3736667"/>
              <a:ext cx="76717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phased migration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916611" y="3844010"/>
              <a:ext cx="767175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strategy using a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916611" y="3951438"/>
              <a:ext cx="76717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migration factory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916611" y="4058780"/>
              <a:ext cx="767175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pattern and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916611" y="4166123"/>
              <a:ext cx="767175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reusable templates.</a:t>
              </a: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4511134" y="4393835"/>
            <a:ext cx="466761" cy="483175"/>
            <a:chOff x="4033645" y="3629240"/>
            <a:chExt cx="622348" cy="644233"/>
          </a:xfrm>
        </p:grpSpPr>
        <p:sp>
          <p:nvSpPr>
            <p:cNvPr id="157" name="TextBox 156"/>
            <p:cNvSpPr txBox="1"/>
            <p:nvPr/>
          </p:nvSpPr>
          <p:spPr>
            <a:xfrm>
              <a:off x="4033645" y="3629240"/>
              <a:ext cx="622348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Integrate Key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4033645" y="3736667"/>
              <a:ext cx="62234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Vault, OIDC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4033645" y="3844010"/>
              <a:ext cx="622348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authentication,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033645" y="3951438"/>
              <a:ext cx="62234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environment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4033645" y="4058780"/>
              <a:ext cx="622348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approvals, and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033645" y="4166123"/>
              <a:ext cx="622348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audit logging.</a:t>
              </a: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5231480" y="4393835"/>
            <a:ext cx="559542" cy="483175"/>
            <a:chOff x="4994106" y="3629240"/>
            <a:chExt cx="746056" cy="644233"/>
          </a:xfrm>
        </p:grpSpPr>
        <p:sp>
          <p:nvSpPr>
            <p:cNvPr id="164" name="TextBox 163"/>
            <p:cNvSpPr txBox="1"/>
            <p:nvPr/>
          </p:nvSpPr>
          <p:spPr>
            <a:xfrm>
              <a:off x="4994106" y="3629240"/>
              <a:ext cx="746056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Define procedures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4994106" y="3736667"/>
              <a:ext cx="74605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for Container App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4994106" y="3844010"/>
              <a:ext cx="746056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revision rollback,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994106" y="3951438"/>
              <a:ext cx="74605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database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994106" y="4058780"/>
              <a:ext cx="746056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restoration, and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4994106" y="4166123"/>
              <a:ext cx="746056" cy="10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pipeline rollback.</a:t>
              </a:r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5998909" y="4393834"/>
            <a:ext cx="558143" cy="402642"/>
            <a:chOff x="6017345" y="3629240"/>
            <a:chExt cx="744190" cy="536856"/>
          </a:xfrm>
        </p:grpSpPr>
        <p:sp>
          <p:nvSpPr>
            <p:cNvPr id="171" name="TextBox 170"/>
            <p:cNvSpPr txBox="1"/>
            <p:nvPr/>
          </p:nvSpPr>
          <p:spPr>
            <a:xfrm>
              <a:off x="6017345" y="3629240"/>
              <a:ext cx="74419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Provide 24/7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6017345" y="3736582"/>
              <a:ext cx="74419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monitoring,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017345" y="3843925"/>
              <a:ext cx="744190" cy="1074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incident response,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017345" y="3951353"/>
              <a:ext cx="744190" cy="1073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and knowledge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017345" y="4058695"/>
              <a:ext cx="744190" cy="1074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450">
                  <a:solidFill>
                    <a:srgbClr val="384F61"/>
                  </a:solidFill>
                  <a:latin typeface="Georgia"/>
                </a:rPr>
                <a:t>transfer.</a:t>
              </a:r>
            </a:p>
          </p:txBody>
        </p:sp>
      </p:grpSp>
      <p:sp>
        <p:nvSpPr>
          <p:cNvPr id="177" name="TextBox 176"/>
          <p:cNvSpPr txBox="1"/>
          <p:nvPr/>
        </p:nvSpPr>
        <p:spPr>
          <a:xfrm>
            <a:off x="3289052" y="1978596"/>
            <a:ext cx="2565890" cy="1533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384F61"/>
                </a:solidFill>
                <a:latin typeface="Merriweather"/>
              </a:rPr>
              <a:t>DevOps Migration Assessment Structure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Hypercare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367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24x7 support, KT, runbooks, incident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43038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Top technical, schedule and adoption risks with mitigations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383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Faster releases, improved security, scalability, cost optimization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638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Production rollout, training, optimization roadmap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542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•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525</Words>
  <Application>Microsoft Office PowerPoint</Application>
  <PresentationFormat>On-screen Show (4:3)</PresentationFormat>
  <Paragraphs>179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Merriweather</vt:lpstr>
      <vt:lpstr>Office Theme</vt:lpstr>
      <vt:lpstr>DevOps Migration Assessment</vt:lpstr>
      <vt:lpstr>Executive Summary </vt:lpstr>
      <vt:lpstr>Business Drivers</vt:lpstr>
      <vt:lpstr>Current State Assessment</vt:lpstr>
      <vt:lpstr>Target Azure Architecture</vt:lpstr>
      <vt:lpstr>Migration Roadmap</vt:lpstr>
      <vt:lpstr>Repository &amp; Branch Strategy</vt:lpstr>
      <vt:lpstr>PowerPoint Presentation</vt:lpstr>
      <vt:lpstr>Containerization Strategy</vt:lpstr>
      <vt:lpstr>Infrastructure as Code</vt:lpstr>
      <vt:lpstr>CI/CD Pipeline</vt:lpstr>
      <vt:lpstr>Security &amp; Compliance</vt:lpstr>
      <vt:lpstr>Identity &amp; Secrets</vt:lpstr>
      <vt:lpstr>Jira &amp; Azure Boards</vt:lpstr>
      <vt:lpstr>Monitoring &amp; SRE</vt:lpstr>
      <vt:lpstr>Deployment &amp; Rollback</vt:lpstr>
      <vt:lpstr>PowerPoint Presentation</vt:lpstr>
      <vt:lpstr>Hypercare &amp; Support</vt:lpstr>
      <vt:lpstr>Risks &amp; Mitigations</vt:lpstr>
      <vt:lpstr>Business Benefits</vt:lpstr>
      <vt:lpstr>Next Steps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Migration Assessment</dc:title>
  <dc:subject/>
  <dc:creator>Bala</dc:creator>
  <cp:keywords/>
  <dc:description>generated using python-pptx</dc:description>
  <cp:lastModifiedBy>Bala Chan</cp:lastModifiedBy>
  <cp:revision>2</cp:revision>
  <dcterms:created xsi:type="dcterms:W3CDTF">2013-01-27T09:14:16Z</dcterms:created>
  <dcterms:modified xsi:type="dcterms:W3CDTF">2026-07-31T05:02:58Z</dcterms:modified>
  <cp:category/>
</cp:coreProperties>
</file>